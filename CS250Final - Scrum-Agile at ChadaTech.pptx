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6" r:id="rId5"/>
  </p:sldMasterIdLst>
  <p:notesMasterIdLst>
    <p:notesMasterId r:id="rId14"/>
  </p:notesMasterIdLst>
  <p:sldIdLst>
    <p:sldId id="256" r:id="rId6"/>
    <p:sldId id="259" r:id="rId7"/>
    <p:sldId id="258" r:id="rId8"/>
    <p:sldId id="260" r:id="rId9"/>
    <p:sldId id="261" r:id="rId10"/>
    <p:sldId id="262" r:id="rId11"/>
    <p:sldId id="264"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ord, Sharmila" initials="FS" lastIdx="1" clrIdx="0">
    <p:extLst>
      <p:ext uri="{19B8F6BF-5375-455C-9EA6-DF929625EA0E}">
        <p15:presenceInfo xmlns:p15="http://schemas.microsoft.com/office/powerpoint/2012/main" userId="S::s.ford@snhu.edu::194d5b12-960c-41aa-8772-cf3cc1dd6a9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CA25C8-1158-4456-8F15-C0CB436B22B7}" v="33" dt="2026-08-15T19:24:50.5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3" d="100"/>
          <a:sy n="63" d="100"/>
        </p:scale>
        <p:origin x="804"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illip Wesley" userId="36323fdfff0bf882" providerId="LiveId" clId="{362E94DC-AD31-4C72-A9A4-363498B06FCD}"/>
    <pc:docChg chg="undo custSel modSld">
      <pc:chgData name="Phillip Wesley" userId="36323fdfff0bf882" providerId="LiveId" clId="{362E94DC-AD31-4C72-A9A4-363498B06FCD}" dt="2026-08-15T19:27:50.052" v="210" actId="20577"/>
      <pc:docMkLst>
        <pc:docMk/>
      </pc:docMkLst>
      <pc:sldChg chg="modSp mod modClrScheme chgLayout">
        <pc:chgData name="Phillip Wesley" userId="36323fdfff0bf882" providerId="LiveId" clId="{362E94DC-AD31-4C72-A9A4-363498B06FCD}" dt="2026-08-15T18:26:52.355" v="73" actId="122"/>
        <pc:sldMkLst>
          <pc:docMk/>
          <pc:sldMk cId="1624949463" sldId="258"/>
        </pc:sldMkLst>
        <pc:spChg chg="mod">
          <ac:chgData name="Phillip Wesley" userId="36323fdfff0bf882" providerId="LiveId" clId="{362E94DC-AD31-4C72-A9A4-363498B06FCD}" dt="2026-08-15T18:26:23.095" v="70" actId="26606"/>
          <ac:spMkLst>
            <pc:docMk/>
            <pc:sldMk cId="1624949463" sldId="258"/>
            <ac:spMk id="2" creationId="{00000000-0000-0000-0000-000000000000}"/>
          </ac:spMkLst>
        </pc:spChg>
        <pc:spChg chg="mod ord">
          <ac:chgData name="Phillip Wesley" userId="36323fdfff0bf882" providerId="LiveId" clId="{362E94DC-AD31-4C72-A9A4-363498B06FCD}" dt="2026-08-15T18:26:52.355" v="73" actId="122"/>
          <ac:spMkLst>
            <pc:docMk/>
            <pc:sldMk cId="1624949463" sldId="258"/>
            <ac:spMk id="3" creationId="{00000000-0000-0000-0000-000000000000}"/>
          </ac:spMkLst>
        </pc:spChg>
        <pc:spChg chg="mod">
          <ac:chgData name="Phillip Wesley" userId="36323fdfff0bf882" providerId="LiveId" clId="{362E94DC-AD31-4C72-A9A4-363498B06FCD}" dt="2026-08-15T18:26:23.095" v="70" actId="26606"/>
          <ac:spMkLst>
            <pc:docMk/>
            <pc:sldMk cId="1624949463" sldId="258"/>
            <ac:spMk id="4" creationId="{00000000-0000-0000-0000-000000000000}"/>
          </ac:spMkLst>
        </pc:spChg>
        <pc:spChg chg="mod ord">
          <ac:chgData name="Phillip Wesley" userId="36323fdfff0bf882" providerId="LiveId" clId="{362E94DC-AD31-4C72-A9A4-363498B06FCD}" dt="2026-08-15T18:26:43.127" v="72" actId="113"/>
          <ac:spMkLst>
            <pc:docMk/>
            <pc:sldMk cId="1624949463" sldId="258"/>
            <ac:spMk id="6" creationId="{859D129A-FD8C-BA00-CEAB-4AFBBBEFCBA0}"/>
          </ac:spMkLst>
        </pc:spChg>
      </pc:sldChg>
      <pc:sldChg chg="addSp modSp mod modClrScheme chgLayout">
        <pc:chgData name="Phillip Wesley" userId="36323fdfff0bf882" providerId="LiveId" clId="{362E94DC-AD31-4C72-A9A4-363498B06FCD}" dt="2026-08-15T19:27:50.052" v="210" actId="20577"/>
        <pc:sldMkLst>
          <pc:docMk/>
          <pc:sldMk cId="3826511569" sldId="259"/>
        </pc:sldMkLst>
        <pc:spChg chg="mod">
          <ac:chgData name="Phillip Wesley" userId="36323fdfff0bf882" providerId="LiveId" clId="{362E94DC-AD31-4C72-A9A4-363498B06FCD}" dt="2026-08-15T18:20:52.393" v="10" actId="26606"/>
          <ac:spMkLst>
            <pc:docMk/>
            <pc:sldMk cId="3826511569" sldId="259"/>
            <ac:spMk id="2" creationId="{00000000-0000-0000-0000-000000000000}"/>
          </ac:spMkLst>
        </pc:spChg>
        <pc:spChg chg="add mod">
          <ac:chgData name="Phillip Wesley" userId="36323fdfff0bf882" providerId="LiveId" clId="{362E94DC-AD31-4C72-A9A4-363498B06FCD}" dt="2026-08-15T19:27:50.052" v="210" actId="20577"/>
          <ac:spMkLst>
            <pc:docMk/>
            <pc:sldMk cId="3826511569" sldId="259"/>
            <ac:spMk id="3" creationId="{16EF5048-943C-DB43-7E83-C84A06FF31A8}"/>
          </ac:spMkLst>
        </pc:spChg>
        <pc:spChg chg="mod">
          <ac:chgData name="Phillip Wesley" userId="36323fdfff0bf882" providerId="LiveId" clId="{362E94DC-AD31-4C72-A9A4-363498B06FCD}" dt="2026-08-15T18:20:52.393" v="10" actId="26606"/>
          <ac:spMkLst>
            <pc:docMk/>
            <pc:sldMk cId="3826511569" sldId="259"/>
            <ac:spMk id="4" creationId="{00000000-0000-0000-0000-000000000000}"/>
          </ac:spMkLst>
        </pc:spChg>
        <pc:graphicFrameChg chg="mod modGraphic">
          <ac:chgData name="Phillip Wesley" userId="36323fdfff0bf882" providerId="LiveId" clId="{362E94DC-AD31-4C72-A9A4-363498B06FCD}" dt="2026-08-15T18:20:52.393" v="10" actId="26606"/>
          <ac:graphicFrameMkLst>
            <pc:docMk/>
            <pc:sldMk cId="3826511569" sldId="259"/>
            <ac:graphicFrameMk id="6" creationId="{93769F67-0E6B-94B4-4170-E07E06E10EA1}"/>
          </ac:graphicFrameMkLst>
        </pc:graphicFrameChg>
      </pc:sldChg>
      <pc:sldChg chg="modSp mod modClrScheme chgLayout">
        <pc:chgData name="Phillip Wesley" userId="36323fdfff0bf882" providerId="LiveId" clId="{362E94DC-AD31-4C72-A9A4-363498B06FCD}" dt="2026-08-15T19:22:47.223" v="196" actId="26606"/>
        <pc:sldMkLst>
          <pc:docMk/>
          <pc:sldMk cId="2617024418" sldId="260"/>
        </pc:sldMkLst>
        <pc:spChg chg="mod">
          <ac:chgData name="Phillip Wesley" userId="36323fdfff0bf882" providerId="LiveId" clId="{362E94DC-AD31-4C72-A9A4-363498B06FCD}" dt="2026-08-15T19:22:47.223" v="196" actId="26606"/>
          <ac:spMkLst>
            <pc:docMk/>
            <pc:sldMk cId="2617024418" sldId="260"/>
            <ac:spMk id="2" creationId="{00000000-0000-0000-0000-000000000000}"/>
          </ac:spMkLst>
        </pc:spChg>
        <pc:spChg chg="mod">
          <ac:chgData name="Phillip Wesley" userId="36323fdfff0bf882" providerId="LiveId" clId="{362E94DC-AD31-4C72-A9A4-363498B06FCD}" dt="2026-08-15T19:22:47.223" v="196" actId="26606"/>
          <ac:spMkLst>
            <pc:docMk/>
            <pc:sldMk cId="2617024418" sldId="260"/>
            <ac:spMk id="4" creationId="{00000000-0000-0000-0000-000000000000}"/>
          </ac:spMkLst>
        </pc:spChg>
        <pc:graphicFrameChg chg="mod modGraphic">
          <ac:chgData name="Phillip Wesley" userId="36323fdfff0bf882" providerId="LiveId" clId="{362E94DC-AD31-4C72-A9A4-363498B06FCD}" dt="2026-08-15T19:22:47.223" v="196" actId="26606"/>
          <ac:graphicFrameMkLst>
            <pc:docMk/>
            <pc:sldMk cId="2617024418" sldId="260"/>
            <ac:graphicFrameMk id="6" creationId="{E4DCBC73-94F1-CB5A-5BA5-CEBAA3C683AD}"/>
          </ac:graphicFrameMkLst>
        </pc:graphicFrameChg>
      </pc:sldChg>
      <pc:sldChg chg="addSp delSp modSp mod">
        <pc:chgData name="Phillip Wesley" userId="36323fdfff0bf882" providerId="LiveId" clId="{362E94DC-AD31-4C72-A9A4-363498B06FCD}" dt="2026-08-15T19:17:09.541" v="167" actId="478"/>
        <pc:sldMkLst>
          <pc:docMk/>
          <pc:sldMk cId="3983075266" sldId="261"/>
        </pc:sldMkLst>
        <pc:spChg chg="add del mod">
          <ac:chgData name="Phillip Wesley" userId="36323fdfff0bf882" providerId="LiveId" clId="{362E94DC-AD31-4C72-A9A4-363498B06FCD}" dt="2026-08-15T18:37:28.444" v="142" actId="478"/>
          <ac:spMkLst>
            <pc:docMk/>
            <pc:sldMk cId="3983075266" sldId="261"/>
            <ac:spMk id="3" creationId="{4CF84576-1755-2F0F-F15E-4A01F3ED8C94}"/>
          </ac:spMkLst>
        </pc:spChg>
        <pc:spChg chg="add del mod">
          <ac:chgData name="Phillip Wesley" userId="36323fdfff0bf882" providerId="LiveId" clId="{362E94DC-AD31-4C72-A9A4-363498B06FCD}" dt="2026-08-15T19:17:09.541" v="167" actId="478"/>
          <ac:spMkLst>
            <pc:docMk/>
            <pc:sldMk cId="3983075266" sldId="261"/>
            <ac:spMk id="5" creationId="{EE942717-5A6A-561C-4EE3-4108F697D934}"/>
          </ac:spMkLst>
        </pc:spChg>
        <pc:spChg chg="mod">
          <ac:chgData name="Phillip Wesley" userId="36323fdfff0bf882" providerId="LiveId" clId="{362E94DC-AD31-4C72-A9A4-363498B06FCD}" dt="2026-08-15T19:17:02.321" v="165" actId="113"/>
          <ac:spMkLst>
            <pc:docMk/>
            <pc:sldMk cId="3983075266" sldId="261"/>
            <ac:spMk id="7" creationId="{754BC7BC-47BC-A89E-B029-CA349D94D4E4}"/>
          </ac:spMkLst>
        </pc:spChg>
      </pc:sldChg>
      <pc:sldChg chg="addSp modSp mod modClrScheme chgLayout">
        <pc:chgData name="Phillip Wesley" userId="36323fdfff0bf882" providerId="LiveId" clId="{362E94DC-AD31-4C72-A9A4-363498B06FCD}" dt="2026-08-15T19:20:08.838" v="178" actId="20577"/>
        <pc:sldMkLst>
          <pc:docMk/>
          <pc:sldMk cId="469976434" sldId="262"/>
        </pc:sldMkLst>
        <pc:spChg chg="mod">
          <ac:chgData name="Phillip Wesley" userId="36323fdfff0bf882" providerId="LiveId" clId="{362E94DC-AD31-4C72-A9A4-363498B06FCD}" dt="2026-08-15T18:35:37.283" v="135" actId="26606"/>
          <ac:spMkLst>
            <pc:docMk/>
            <pc:sldMk cId="469976434" sldId="262"/>
            <ac:spMk id="2" creationId="{00000000-0000-0000-0000-000000000000}"/>
          </ac:spMkLst>
        </pc:spChg>
        <pc:spChg chg="add mod">
          <ac:chgData name="Phillip Wesley" userId="36323fdfff0bf882" providerId="LiveId" clId="{362E94DC-AD31-4C72-A9A4-363498B06FCD}" dt="2026-08-15T19:14:01.566" v="163" actId="1076"/>
          <ac:spMkLst>
            <pc:docMk/>
            <pc:sldMk cId="469976434" sldId="262"/>
            <ac:spMk id="3" creationId="{3C94A732-6101-C2A3-A698-6208CD249EDF}"/>
          </ac:spMkLst>
        </pc:spChg>
        <pc:spChg chg="mod">
          <ac:chgData name="Phillip Wesley" userId="36323fdfff0bf882" providerId="LiveId" clId="{362E94DC-AD31-4C72-A9A4-363498B06FCD}" dt="2026-08-15T18:35:37.283" v="135" actId="26606"/>
          <ac:spMkLst>
            <pc:docMk/>
            <pc:sldMk cId="469976434" sldId="262"/>
            <ac:spMk id="4" creationId="{00000000-0000-0000-0000-000000000000}"/>
          </ac:spMkLst>
        </pc:spChg>
        <pc:spChg chg="add mod">
          <ac:chgData name="Phillip Wesley" userId="36323fdfff0bf882" providerId="LiveId" clId="{362E94DC-AD31-4C72-A9A4-363498B06FCD}" dt="2026-08-15T19:20:08.838" v="178" actId="20577"/>
          <ac:spMkLst>
            <pc:docMk/>
            <pc:sldMk cId="469976434" sldId="262"/>
            <ac:spMk id="5" creationId="{1539082E-F4B9-ECEA-24BB-9EF32CB307EB}"/>
          </ac:spMkLst>
        </pc:spChg>
        <pc:graphicFrameChg chg="mod modGraphic">
          <ac:chgData name="Phillip Wesley" userId="36323fdfff0bf882" providerId="LiveId" clId="{362E94DC-AD31-4C72-A9A4-363498B06FCD}" dt="2026-08-15T18:36:43.360" v="140" actId="26606"/>
          <ac:graphicFrameMkLst>
            <pc:docMk/>
            <pc:sldMk cId="469976434" sldId="262"/>
            <ac:graphicFrameMk id="6" creationId="{AC4F9139-EB3A-C81D-2B86-E748B4983D1F}"/>
          </ac:graphicFrameMkLst>
        </pc:graphicFrameChg>
      </pc:sldChg>
      <pc:sldChg chg="modSp mod modClrScheme chgLayout">
        <pc:chgData name="Phillip Wesley" userId="36323fdfff0bf882" providerId="LiveId" clId="{362E94DC-AD31-4C72-A9A4-363498B06FCD}" dt="2026-08-15T19:24:50.533" v="198"/>
        <pc:sldMkLst>
          <pc:docMk/>
          <pc:sldMk cId="1127306458" sldId="263"/>
        </pc:sldMkLst>
        <pc:spChg chg="mod">
          <ac:chgData name="Phillip Wesley" userId="36323fdfff0bf882" providerId="LiveId" clId="{362E94DC-AD31-4C72-A9A4-363498B06FCD}" dt="2026-08-15T19:21:43.533" v="194" actId="26606"/>
          <ac:spMkLst>
            <pc:docMk/>
            <pc:sldMk cId="1127306458" sldId="263"/>
            <ac:spMk id="2" creationId="{00000000-0000-0000-0000-000000000000}"/>
          </ac:spMkLst>
        </pc:spChg>
        <pc:spChg chg="mod">
          <ac:chgData name="Phillip Wesley" userId="36323fdfff0bf882" providerId="LiveId" clId="{362E94DC-AD31-4C72-A9A4-363498B06FCD}" dt="2026-08-15T19:24:50.533" v="198"/>
          <ac:spMkLst>
            <pc:docMk/>
            <pc:sldMk cId="1127306458" sldId="263"/>
            <ac:spMk id="3" creationId="{00000000-0000-0000-0000-000000000000}"/>
          </ac:spMkLst>
        </pc:spChg>
        <pc:spChg chg="mod">
          <ac:chgData name="Phillip Wesley" userId="36323fdfff0bf882" providerId="LiveId" clId="{362E94DC-AD31-4C72-A9A4-363498B06FCD}" dt="2026-08-15T19:21:43.533" v="194" actId="26606"/>
          <ac:spMkLst>
            <pc:docMk/>
            <pc:sldMk cId="1127306458" sldId="263"/>
            <ac:spMk id="4" creationId="{00000000-0000-0000-0000-000000000000}"/>
          </ac:spMkLst>
        </pc:spChg>
      </pc:sldChg>
      <pc:sldChg chg="modSp mod modClrScheme chgLayout">
        <pc:chgData name="Phillip Wesley" userId="36323fdfff0bf882" providerId="LiveId" clId="{362E94DC-AD31-4C72-A9A4-363498B06FCD}" dt="2026-08-15T19:21:27.864" v="191" actId="26606"/>
        <pc:sldMkLst>
          <pc:docMk/>
          <pc:sldMk cId="759290259" sldId="264"/>
        </pc:sldMkLst>
        <pc:spChg chg="mod ord">
          <ac:chgData name="Phillip Wesley" userId="36323fdfff0bf882" providerId="LiveId" clId="{362E94DC-AD31-4C72-A9A4-363498B06FCD}" dt="2026-08-15T19:21:27.864" v="191" actId="26606"/>
          <ac:spMkLst>
            <pc:docMk/>
            <pc:sldMk cId="759290259" sldId="264"/>
            <ac:spMk id="2" creationId="{17D40EB5-2130-5A30-66C3-2C426F6F6242}"/>
          </ac:spMkLst>
        </pc:spChg>
        <pc:spChg chg="mod ord">
          <ac:chgData name="Phillip Wesley" userId="36323fdfff0bf882" providerId="LiveId" clId="{362E94DC-AD31-4C72-A9A4-363498B06FCD}" dt="2026-08-15T19:21:27.864" v="191" actId="26606"/>
          <ac:spMkLst>
            <pc:docMk/>
            <pc:sldMk cId="759290259" sldId="264"/>
            <ac:spMk id="3" creationId="{ED0EBC3A-1C7C-C3EA-7D97-5210FFE8E7D4}"/>
          </ac:spMkLst>
        </pc:spChg>
        <pc:spChg chg="mod">
          <ac:chgData name="Phillip Wesley" userId="36323fdfff0bf882" providerId="LiveId" clId="{362E94DC-AD31-4C72-A9A4-363498B06FCD}" dt="2026-08-15T19:21:27.864" v="191" actId="26606"/>
          <ac:spMkLst>
            <pc:docMk/>
            <pc:sldMk cId="759290259" sldId="264"/>
            <ac:spMk id="4" creationId="{ECCC8C4D-E7FB-1E75-E7CD-8EE3651757F4}"/>
          </ac:spMkLst>
        </pc:spChg>
        <pc:picChg chg="mod">
          <ac:chgData name="Phillip Wesley" userId="36323fdfff0bf882" providerId="LiveId" clId="{362E94DC-AD31-4C72-A9A4-363498B06FCD}" dt="2026-08-15T19:21:27.864" v="191" actId="26606"/>
          <ac:picMkLst>
            <pc:docMk/>
            <pc:sldMk cId="759290259" sldId="264"/>
            <ac:picMk id="6" creationId="{CFE46D1F-E4D7-3BF2-1480-6C1CA5DBB947}"/>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svg"/><Relationship Id="rId1" Type="http://schemas.openxmlformats.org/officeDocument/2006/relationships/image" Target="../media/image26.svg"/></Relationships>
</file>

<file path=ppt/diagrams/_rels/data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image" Target="../media/image29.svg"/><Relationship Id="rId4" Type="http://schemas.openxmlformats.org/officeDocument/2006/relationships/image" Target="../media/image32.svg"/></Relationships>
</file>

<file path=ppt/diagrams/_rels/data3.xml.rels><?xml version="1.0" encoding="UTF-8" standalone="yes"?>
<Relationships xmlns="http://schemas.openxmlformats.org/package/2006/relationships"><Relationship Id="rId2" Type="http://schemas.openxmlformats.org/officeDocument/2006/relationships/image" Target="../media/image34.svg"/><Relationship Id="rId1" Type="http://schemas.openxmlformats.org/officeDocument/2006/relationships/image" Target="../media/image3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svg"/><Relationship Id="rId1" Type="http://schemas.openxmlformats.org/officeDocument/2006/relationships/image" Target="../media/image2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image" Target="../media/image29.svg"/><Relationship Id="rId4" Type="http://schemas.openxmlformats.org/officeDocument/2006/relationships/image" Target="../media/image32.svg"/></Relationships>
</file>

<file path=ppt/diagrams/_rels/drawing3.xml.rels><?xml version="1.0" encoding="UTF-8" standalone="yes"?>
<Relationships xmlns="http://schemas.openxmlformats.org/package/2006/relationships"><Relationship Id="rId2" Type="http://schemas.openxmlformats.org/officeDocument/2006/relationships/image" Target="../media/image34.svg"/><Relationship Id="rId1"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8B4CD5-B443-46F5-A610-F7BF12458F93}"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A5A81C71-4783-4B2B-816B-9B8F9E7E923C}">
      <dgm:prSet/>
      <dgm:spPr/>
      <dgm:t>
        <a:bodyPr/>
        <a:lstStyle/>
        <a:p>
          <a:pPr>
            <a:lnSpc>
              <a:spcPct val="100000"/>
            </a:lnSpc>
          </a:pPr>
          <a:r>
            <a:rPr lang="en-US" b="1" dirty="0"/>
            <a:t>Product Owner</a:t>
          </a:r>
          <a:endParaRPr lang="en-US" dirty="0"/>
        </a:p>
      </dgm:t>
    </dgm:pt>
    <dgm:pt modelId="{3FD266FA-46B0-4262-86A6-1180BABF63A0}" type="parTrans" cxnId="{F8919D9D-8F40-413C-8424-AE1F1CD7DAF4}">
      <dgm:prSet/>
      <dgm:spPr/>
      <dgm:t>
        <a:bodyPr/>
        <a:lstStyle/>
        <a:p>
          <a:endParaRPr lang="en-US"/>
        </a:p>
      </dgm:t>
    </dgm:pt>
    <dgm:pt modelId="{02262379-4B8A-46CB-A064-D744029D9BD6}" type="sibTrans" cxnId="{F8919D9D-8F40-413C-8424-AE1F1CD7DAF4}">
      <dgm:prSet/>
      <dgm:spPr/>
      <dgm:t>
        <a:bodyPr/>
        <a:lstStyle/>
        <a:p>
          <a:endParaRPr lang="en-US"/>
        </a:p>
      </dgm:t>
    </dgm:pt>
    <dgm:pt modelId="{56174F68-4B1F-4C36-80ED-18786B275987}">
      <dgm:prSet/>
      <dgm:spPr/>
      <dgm:t>
        <a:bodyPr/>
        <a:lstStyle/>
        <a:p>
          <a:pPr>
            <a:lnSpc>
              <a:spcPct val="100000"/>
            </a:lnSpc>
          </a:pPr>
          <a:r>
            <a:rPr lang="en-US" b="1"/>
            <a:t>Developers</a:t>
          </a:r>
          <a:endParaRPr lang="en-US" dirty="0"/>
        </a:p>
      </dgm:t>
    </dgm:pt>
    <dgm:pt modelId="{EC790E31-2DBF-4EAF-B6B2-A3F8889319DD}" type="parTrans" cxnId="{86D1AFAB-F25C-4C46-86DD-4C78229967D8}">
      <dgm:prSet/>
      <dgm:spPr/>
      <dgm:t>
        <a:bodyPr/>
        <a:lstStyle/>
        <a:p>
          <a:endParaRPr lang="en-US"/>
        </a:p>
      </dgm:t>
    </dgm:pt>
    <dgm:pt modelId="{0321CC3E-2986-4FB9-8368-C38537F341F1}" type="sibTrans" cxnId="{86D1AFAB-F25C-4C46-86DD-4C78229967D8}">
      <dgm:prSet/>
      <dgm:spPr/>
      <dgm:t>
        <a:bodyPr/>
        <a:lstStyle/>
        <a:p>
          <a:endParaRPr lang="en-US"/>
        </a:p>
      </dgm:t>
    </dgm:pt>
    <dgm:pt modelId="{AB210D24-E94F-4DC4-BAB1-CFCA64E33D87}">
      <dgm:prSet/>
      <dgm:spPr/>
      <dgm:t>
        <a:bodyPr/>
        <a:lstStyle/>
        <a:p>
          <a:pPr>
            <a:lnSpc>
              <a:spcPct val="100000"/>
            </a:lnSpc>
          </a:pPr>
          <a:r>
            <a:rPr lang="en-US" b="1" dirty="0"/>
            <a:t>Scrum Master</a:t>
          </a:r>
          <a:endParaRPr lang="en-US" dirty="0"/>
        </a:p>
      </dgm:t>
    </dgm:pt>
    <dgm:pt modelId="{FFA2530F-3831-489D-B12E-97247AD01413}" type="parTrans" cxnId="{C2F620CF-3AE5-4183-BBE6-DFE8609C3D12}">
      <dgm:prSet/>
      <dgm:spPr/>
      <dgm:t>
        <a:bodyPr/>
        <a:lstStyle/>
        <a:p>
          <a:endParaRPr lang="en-US"/>
        </a:p>
      </dgm:t>
    </dgm:pt>
    <dgm:pt modelId="{48824A6B-4E70-4FDB-A73B-BE43E6ADB438}" type="sibTrans" cxnId="{C2F620CF-3AE5-4183-BBE6-DFE8609C3D12}">
      <dgm:prSet/>
      <dgm:spPr/>
      <dgm:t>
        <a:bodyPr/>
        <a:lstStyle/>
        <a:p>
          <a:endParaRPr lang="en-US"/>
        </a:p>
      </dgm:t>
    </dgm:pt>
    <dgm:pt modelId="{DA2B21E4-A084-4855-9C94-249C95CD08D0}">
      <dgm:prSet/>
      <dgm:spPr/>
      <dgm:t>
        <a:bodyPr/>
        <a:lstStyle/>
        <a:p>
          <a:pPr>
            <a:lnSpc>
              <a:spcPct val="100000"/>
            </a:lnSpc>
          </a:pPr>
          <a:r>
            <a:rPr lang="en-US" dirty="0"/>
            <a:t>Represents the customer and product vision</a:t>
          </a:r>
        </a:p>
      </dgm:t>
    </dgm:pt>
    <dgm:pt modelId="{3C54483C-66B7-404F-AE7A-FB1CB70B269B}" type="parTrans" cxnId="{D701214F-73ED-4717-857E-411B90ECEA64}">
      <dgm:prSet/>
      <dgm:spPr/>
      <dgm:t>
        <a:bodyPr/>
        <a:lstStyle/>
        <a:p>
          <a:endParaRPr lang="en-US"/>
        </a:p>
      </dgm:t>
    </dgm:pt>
    <dgm:pt modelId="{42D06B69-28F8-49F8-8840-6A2A3066B78E}" type="sibTrans" cxnId="{D701214F-73ED-4717-857E-411B90ECEA64}">
      <dgm:prSet/>
      <dgm:spPr/>
      <dgm:t>
        <a:bodyPr/>
        <a:lstStyle/>
        <a:p>
          <a:endParaRPr lang="en-US"/>
        </a:p>
      </dgm:t>
    </dgm:pt>
    <dgm:pt modelId="{51CA78B4-359F-47FA-9CC3-5CA7AD2B314D}">
      <dgm:prSet/>
      <dgm:spPr/>
      <dgm:t>
        <a:bodyPr/>
        <a:lstStyle/>
        <a:p>
          <a:pPr>
            <a:lnSpc>
              <a:spcPct val="100000"/>
            </a:lnSpc>
          </a:pPr>
          <a:r>
            <a:rPr lang="en-US"/>
            <a:t>Prioritizes the Product Backlog</a:t>
          </a:r>
        </a:p>
      </dgm:t>
    </dgm:pt>
    <dgm:pt modelId="{1D45931C-DA97-43AA-AA13-BB5243F882A4}" type="parTrans" cxnId="{B38C6F67-98BD-46E6-9DD6-FCE177CE894D}">
      <dgm:prSet/>
      <dgm:spPr/>
      <dgm:t>
        <a:bodyPr/>
        <a:lstStyle/>
        <a:p>
          <a:endParaRPr lang="en-US"/>
        </a:p>
      </dgm:t>
    </dgm:pt>
    <dgm:pt modelId="{4EE056EA-99D7-41B0-8E41-B791C25FC6A7}" type="sibTrans" cxnId="{B38C6F67-98BD-46E6-9DD6-FCE177CE894D}">
      <dgm:prSet/>
      <dgm:spPr/>
      <dgm:t>
        <a:bodyPr/>
        <a:lstStyle/>
        <a:p>
          <a:endParaRPr lang="en-US"/>
        </a:p>
      </dgm:t>
    </dgm:pt>
    <dgm:pt modelId="{A2159239-8A70-457C-AC99-20FF0B27E2A9}">
      <dgm:prSet/>
      <dgm:spPr/>
      <dgm:t>
        <a:bodyPr/>
        <a:lstStyle/>
        <a:p>
          <a:pPr>
            <a:lnSpc>
              <a:spcPct val="100000"/>
            </a:lnSpc>
          </a:pPr>
          <a:r>
            <a:rPr lang="en-US"/>
            <a:t>Keeps the team focused on delivering value</a:t>
          </a:r>
        </a:p>
      </dgm:t>
    </dgm:pt>
    <dgm:pt modelId="{D7978658-EBB3-4CAC-BA07-499EC8094C08}" type="parTrans" cxnId="{C7C10EEB-FB70-4444-A30D-04F047A1E2E4}">
      <dgm:prSet/>
      <dgm:spPr/>
      <dgm:t>
        <a:bodyPr/>
        <a:lstStyle/>
        <a:p>
          <a:endParaRPr lang="en-US"/>
        </a:p>
      </dgm:t>
    </dgm:pt>
    <dgm:pt modelId="{E51AEF88-0F4C-42B4-ACD7-6E424FDD3007}" type="sibTrans" cxnId="{C7C10EEB-FB70-4444-A30D-04F047A1E2E4}">
      <dgm:prSet/>
      <dgm:spPr/>
      <dgm:t>
        <a:bodyPr/>
        <a:lstStyle/>
        <a:p>
          <a:endParaRPr lang="en-US"/>
        </a:p>
      </dgm:t>
    </dgm:pt>
    <dgm:pt modelId="{69E138C9-6ED4-4B37-A69E-030FD35C8CEC}">
      <dgm:prSet/>
      <dgm:spPr/>
      <dgm:t>
        <a:bodyPr/>
        <a:lstStyle/>
        <a:p>
          <a:pPr>
            <a:lnSpc>
              <a:spcPct val="100000"/>
            </a:lnSpc>
          </a:pPr>
          <a:r>
            <a:rPr lang="en-US"/>
            <a:t>Turn Product Backlog items into working software</a:t>
          </a:r>
        </a:p>
      </dgm:t>
    </dgm:pt>
    <dgm:pt modelId="{18DC74BB-C036-4F1E-BEC2-6971B80CA607}" type="parTrans" cxnId="{DBE172BD-52AF-4347-9C8D-31460AABFD4D}">
      <dgm:prSet/>
      <dgm:spPr/>
      <dgm:t>
        <a:bodyPr/>
        <a:lstStyle/>
        <a:p>
          <a:endParaRPr lang="en-US"/>
        </a:p>
      </dgm:t>
    </dgm:pt>
    <dgm:pt modelId="{499FE09C-CE36-47DB-BBB8-B1C2A430E10B}" type="sibTrans" cxnId="{DBE172BD-52AF-4347-9C8D-31460AABFD4D}">
      <dgm:prSet/>
      <dgm:spPr/>
      <dgm:t>
        <a:bodyPr/>
        <a:lstStyle/>
        <a:p>
          <a:endParaRPr lang="en-US"/>
        </a:p>
      </dgm:t>
    </dgm:pt>
    <dgm:pt modelId="{FB648B88-57DC-4531-8044-40544CA00404}">
      <dgm:prSet/>
      <dgm:spPr/>
      <dgm:t>
        <a:bodyPr/>
        <a:lstStyle/>
        <a:p>
          <a:pPr>
            <a:lnSpc>
              <a:spcPct val="100000"/>
            </a:lnSpc>
          </a:pPr>
          <a:r>
            <a:rPr lang="en-US"/>
            <a:t>Design, build, and test each increment</a:t>
          </a:r>
        </a:p>
      </dgm:t>
    </dgm:pt>
    <dgm:pt modelId="{87A1AD60-4912-432B-B4FA-D8CFB93C2857}" type="parTrans" cxnId="{BE55F828-1A6C-45D3-90A8-FB7C0D790270}">
      <dgm:prSet/>
      <dgm:spPr/>
      <dgm:t>
        <a:bodyPr/>
        <a:lstStyle/>
        <a:p>
          <a:endParaRPr lang="en-US"/>
        </a:p>
      </dgm:t>
    </dgm:pt>
    <dgm:pt modelId="{C2917F5C-D8E5-4D9C-8E22-57192DF6F970}" type="sibTrans" cxnId="{BE55F828-1A6C-45D3-90A8-FB7C0D790270}">
      <dgm:prSet/>
      <dgm:spPr/>
      <dgm:t>
        <a:bodyPr/>
        <a:lstStyle/>
        <a:p>
          <a:endParaRPr lang="en-US"/>
        </a:p>
      </dgm:t>
    </dgm:pt>
    <dgm:pt modelId="{9B381267-8474-4538-B68E-C473BA075C87}">
      <dgm:prSet/>
      <dgm:spPr/>
      <dgm:t>
        <a:bodyPr/>
        <a:lstStyle/>
        <a:p>
          <a:pPr>
            <a:lnSpc>
              <a:spcPct val="100000"/>
            </a:lnSpc>
          </a:pPr>
          <a:r>
            <a:rPr lang="en-US"/>
            <a:t>Adapt their work as requirements change</a:t>
          </a:r>
        </a:p>
      </dgm:t>
    </dgm:pt>
    <dgm:pt modelId="{77117EAE-7D44-4638-B337-400F1B89FA8D}" type="parTrans" cxnId="{33840297-92F5-427C-AF1F-9EE1394BF732}">
      <dgm:prSet/>
      <dgm:spPr/>
      <dgm:t>
        <a:bodyPr/>
        <a:lstStyle/>
        <a:p>
          <a:endParaRPr lang="en-US"/>
        </a:p>
      </dgm:t>
    </dgm:pt>
    <dgm:pt modelId="{1C7665A3-B34A-4C87-ABC2-F9BA02F54C9E}" type="sibTrans" cxnId="{33840297-92F5-427C-AF1F-9EE1394BF732}">
      <dgm:prSet/>
      <dgm:spPr/>
      <dgm:t>
        <a:bodyPr/>
        <a:lstStyle/>
        <a:p>
          <a:endParaRPr lang="en-US"/>
        </a:p>
      </dgm:t>
    </dgm:pt>
    <dgm:pt modelId="{F429C6CE-3AB6-4047-81AB-FA18F852231D}">
      <dgm:prSet/>
      <dgm:spPr/>
      <dgm:t>
        <a:bodyPr/>
        <a:lstStyle/>
        <a:p>
          <a:pPr>
            <a:lnSpc>
              <a:spcPct val="100000"/>
            </a:lnSpc>
          </a:pPr>
          <a:r>
            <a:rPr lang="en-US"/>
            <a:t>Supports the team in using Scrum effectively</a:t>
          </a:r>
        </a:p>
      </dgm:t>
    </dgm:pt>
    <dgm:pt modelId="{08B4D1CF-B5BB-43CB-8885-AB31C34FBBC1}" type="parTrans" cxnId="{A40C8574-D491-46A3-B57E-1419ADADC9C6}">
      <dgm:prSet/>
      <dgm:spPr/>
      <dgm:t>
        <a:bodyPr/>
        <a:lstStyle/>
        <a:p>
          <a:endParaRPr lang="en-US"/>
        </a:p>
      </dgm:t>
    </dgm:pt>
    <dgm:pt modelId="{EE0F54BE-B9C2-46DA-93BA-8203058F2AAE}" type="sibTrans" cxnId="{A40C8574-D491-46A3-B57E-1419ADADC9C6}">
      <dgm:prSet/>
      <dgm:spPr/>
      <dgm:t>
        <a:bodyPr/>
        <a:lstStyle/>
        <a:p>
          <a:endParaRPr lang="en-US"/>
        </a:p>
      </dgm:t>
    </dgm:pt>
    <dgm:pt modelId="{33E31BCC-7C77-44DD-9912-3C9623BC161E}">
      <dgm:prSet/>
      <dgm:spPr/>
      <dgm:t>
        <a:bodyPr/>
        <a:lstStyle/>
        <a:p>
          <a:pPr>
            <a:lnSpc>
              <a:spcPct val="100000"/>
            </a:lnSpc>
          </a:pPr>
          <a:r>
            <a:rPr lang="en-US"/>
            <a:t>Helps remove roadblocks</a:t>
          </a:r>
        </a:p>
      </dgm:t>
    </dgm:pt>
    <dgm:pt modelId="{820F3CB7-3063-41C5-90C4-0108FAAC2C8C}" type="parTrans" cxnId="{DA4FB30F-DE95-4634-9BF9-BDC3859A3760}">
      <dgm:prSet/>
      <dgm:spPr/>
      <dgm:t>
        <a:bodyPr/>
        <a:lstStyle/>
        <a:p>
          <a:endParaRPr lang="en-US"/>
        </a:p>
      </dgm:t>
    </dgm:pt>
    <dgm:pt modelId="{A50E904A-F947-4EDB-901D-2E9793CEE8EE}" type="sibTrans" cxnId="{DA4FB30F-DE95-4634-9BF9-BDC3859A3760}">
      <dgm:prSet/>
      <dgm:spPr/>
      <dgm:t>
        <a:bodyPr/>
        <a:lstStyle/>
        <a:p>
          <a:endParaRPr lang="en-US"/>
        </a:p>
      </dgm:t>
    </dgm:pt>
    <dgm:pt modelId="{E51BD02E-41D2-4484-B38C-B78BC983D088}">
      <dgm:prSet/>
      <dgm:spPr/>
      <dgm:t>
        <a:bodyPr/>
        <a:lstStyle/>
        <a:p>
          <a:pPr>
            <a:lnSpc>
              <a:spcPct val="100000"/>
            </a:lnSpc>
          </a:pPr>
          <a:r>
            <a:rPr lang="en-US"/>
            <a:t>Encourages communication and continuous improvement</a:t>
          </a:r>
        </a:p>
      </dgm:t>
    </dgm:pt>
    <dgm:pt modelId="{7679D7DF-4AC4-4BC3-95BA-F954FE4B04AB}" type="parTrans" cxnId="{63829CC3-E70F-47D5-A6D6-CE3DB6C99C9D}">
      <dgm:prSet/>
      <dgm:spPr/>
      <dgm:t>
        <a:bodyPr/>
        <a:lstStyle/>
        <a:p>
          <a:endParaRPr lang="en-US"/>
        </a:p>
      </dgm:t>
    </dgm:pt>
    <dgm:pt modelId="{46A0E177-E29F-4568-9B13-47587C351B21}" type="sibTrans" cxnId="{63829CC3-E70F-47D5-A6D6-CE3DB6C99C9D}">
      <dgm:prSet/>
      <dgm:spPr/>
      <dgm:t>
        <a:bodyPr/>
        <a:lstStyle/>
        <a:p>
          <a:endParaRPr lang="en-US"/>
        </a:p>
      </dgm:t>
    </dgm:pt>
    <dgm:pt modelId="{9A26C4E9-749E-4E97-8EDA-279DBA37725B}" type="pres">
      <dgm:prSet presAssocID="{128B4CD5-B443-46F5-A610-F7BF12458F93}" presName="root" presStyleCnt="0">
        <dgm:presLayoutVars>
          <dgm:dir/>
          <dgm:resizeHandles val="exact"/>
        </dgm:presLayoutVars>
      </dgm:prSet>
      <dgm:spPr/>
    </dgm:pt>
    <dgm:pt modelId="{D2B36BC1-52E6-418C-ABF2-A86E0718F3A8}" type="pres">
      <dgm:prSet presAssocID="{A5A81C71-4783-4B2B-816B-9B8F9E7E923C}" presName="compNode" presStyleCnt="0"/>
      <dgm:spPr/>
    </dgm:pt>
    <dgm:pt modelId="{A8349B02-3D34-491E-93D0-CC838E12369B}" type="pres">
      <dgm:prSet presAssocID="{A5A81C71-4783-4B2B-816B-9B8F9E7E923C}" presName="bgRect" presStyleLbl="bgShp" presStyleIdx="0" presStyleCnt="3"/>
      <dgm:spPr/>
    </dgm:pt>
    <dgm:pt modelId="{50CD6F7C-AE49-4019-A28A-5ACBD822B35E}" type="pres">
      <dgm:prSet presAssocID="{A5A81C71-4783-4B2B-816B-9B8F9E7E923C}"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Users"/>
        </a:ext>
      </dgm:extLst>
    </dgm:pt>
    <dgm:pt modelId="{B1EF2DFD-CAC9-407A-82AC-313B8F659DC4}" type="pres">
      <dgm:prSet presAssocID="{A5A81C71-4783-4B2B-816B-9B8F9E7E923C}" presName="spaceRect" presStyleCnt="0"/>
      <dgm:spPr/>
    </dgm:pt>
    <dgm:pt modelId="{5BC0C196-74B5-4EF3-8CC6-2287488FA486}" type="pres">
      <dgm:prSet presAssocID="{A5A81C71-4783-4B2B-816B-9B8F9E7E923C}" presName="parTx" presStyleLbl="revTx" presStyleIdx="0" presStyleCnt="6">
        <dgm:presLayoutVars>
          <dgm:chMax val="0"/>
          <dgm:chPref val="0"/>
        </dgm:presLayoutVars>
      </dgm:prSet>
      <dgm:spPr/>
    </dgm:pt>
    <dgm:pt modelId="{7647F1C5-BEF2-442A-A308-A35A8E2E7503}" type="pres">
      <dgm:prSet presAssocID="{A5A81C71-4783-4B2B-816B-9B8F9E7E923C}" presName="desTx" presStyleLbl="revTx" presStyleIdx="1" presStyleCnt="6">
        <dgm:presLayoutVars/>
      </dgm:prSet>
      <dgm:spPr/>
    </dgm:pt>
    <dgm:pt modelId="{4BCD842E-25A1-480A-9C6A-097324736E3C}" type="pres">
      <dgm:prSet presAssocID="{02262379-4B8A-46CB-A064-D744029D9BD6}" presName="sibTrans" presStyleCnt="0"/>
      <dgm:spPr/>
    </dgm:pt>
    <dgm:pt modelId="{5B02CABB-C946-4F26-B51C-730282E0A247}" type="pres">
      <dgm:prSet presAssocID="{56174F68-4B1F-4C36-80ED-18786B275987}" presName="compNode" presStyleCnt="0"/>
      <dgm:spPr/>
    </dgm:pt>
    <dgm:pt modelId="{3A7EA3F6-9187-4DF7-A654-8AA2125B284B}" type="pres">
      <dgm:prSet presAssocID="{56174F68-4B1F-4C36-80ED-18786B275987}" presName="bgRect" presStyleLbl="bgShp" presStyleIdx="1" presStyleCnt="3"/>
      <dgm:spPr/>
    </dgm:pt>
    <dgm:pt modelId="{D148E623-A9EA-4857-9E43-C2B1639D5BB5}" type="pres">
      <dgm:prSet presAssocID="{56174F68-4B1F-4C36-80ED-18786B275987}"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600BBE83-0B2A-4E91-A1AE-F70FAEE91E4C}" type="pres">
      <dgm:prSet presAssocID="{56174F68-4B1F-4C36-80ED-18786B275987}" presName="spaceRect" presStyleCnt="0"/>
      <dgm:spPr/>
    </dgm:pt>
    <dgm:pt modelId="{A52E892B-9ADF-4BD8-8F43-3074AA0AA025}" type="pres">
      <dgm:prSet presAssocID="{56174F68-4B1F-4C36-80ED-18786B275987}" presName="parTx" presStyleLbl="revTx" presStyleIdx="2" presStyleCnt="6">
        <dgm:presLayoutVars>
          <dgm:chMax val="0"/>
          <dgm:chPref val="0"/>
        </dgm:presLayoutVars>
      </dgm:prSet>
      <dgm:spPr/>
    </dgm:pt>
    <dgm:pt modelId="{8198A147-8D8D-485A-92D8-A186272EE37C}" type="pres">
      <dgm:prSet presAssocID="{56174F68-4B1F-4C36-80ED-18786B275987}" presName="desTx" presStyleLbl="revTx" presStyleIdx="3" presStyleCnt="6">
        <dgm:presLayoutVars/>
      </dgm:prSet>
      <dgm:spPr/>
    </dgm:pt>
    <dgm:pt modelId="{3F8F9AD7-F478-414B-9F3E-DC280AC65296}" type="pres">
      <dgm:prSet presAssocID="{0321CC3E-2986-4FB9-8368-C38537F341F1}" presName="sibTrans" presStyleCnt="0"/>
      <dgm:spPr/>
    </dgm:pt>
    <dgm:pt modelId="{2747EA62-50F0-4C39-9D7C-6E1CDD7A4FE1}" type="pres">
      <dgm:prSet presAssocID="{AB210D24-E94F-4DC4-BAB1-CFCA64E33D87}" presName="compNode" presStyleCnt="0"/>
      <dgm:spPr/>
    </dgm:pt>
    <dgm:pt modelId="{91D8797B-4426-4179-A873-5A44E433A863}" type="pres">
      <dgm:prSet presAssocID="{AB210D24-E94F-4DC4-BAB1-CFCA64E33D87}" presName="bgRect" presStyleLbl="bgShp" presStyleIdx="2" presStyleCnt="3"/>
      <dgm:spPr/>
    </dgm:pt>
    <dgm:pt modelId="{AB99BEE9-1E4F-42E2-B3DA-302AC45B1A51}" type="pres">
      <dgm:prSet presAssocID="{AB210D24-E94F-4DC4-BAB1-CFCA64E33D87}"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andshake"/>
        </a:ext>
      </dgm:extLst>
    </dgm:pt>
    <dgm:pt modelId="{12EC289A-F506-42A2-A1E2-B07C0C27DB5E}" type="pres">
      <dgm:prSet presAssocID="{AB210D24-E94F-4DC4-BAB1-CFCA64E33D87}" presName="spaceRect" presStyleCnt="0"/>
      <dgm:spPr/>
    </dgm:pt>
    <dgm:pt modelId="{5204F687-D710-4087-BF62-F43DA3FE2A9C}" type="pres">
      <dgm:prSet presAssocID="{AB210D24-E94F-4DC4-BAB1-CFCA64E33D87}" presName="parTx" presStyleLbl="revTx" presStyleIdx="4" presStyleCnt="6">
        <dgm:presLayoutVars>
          <dgm:chMax val="0"/>
          <dgm:chPref val="0"/>
        </dgm:presLayoutVars>
      </dgm:prSet>
      <dgm:spPr/>
    </dgm:pt>
    <dgm:pt modelId="{BC80A2BB-68AE-4D36-A093-3DBD3A45742E}" type="pres">
      <dgm:prSet presAssocID="{AB210D24-E94F-4DC4-BAB1-CFCA64E33D87}" presName="desTx" presStyleLbl="revTx" presStyleIdx="5" presStyleCnt="6">
        <dgm:presLayoutVars/>
      </dgm:prSet>
      <dgm:spPr/>
    </dgm:pt>
  </dgm:ptLst>
  <dgm:cxnLst>
    <dgm:cxn modelId="{F41C6C0F-0F42-49AD-8D08-BC89FBE35235}" type="presOf" srcId="{F429C6CE-3AB6-4047-81AB-FA18F852231D}" destId="{BC80A2BB-68AE-4D36-A093-3DBD3A45742E}" srcOrd="0" destOrd="0" presId="urn:microsoft.com/office/officeart/2018/2/layout/IconVerticalSolidList"/>
    <dgm:cxn modelId="{DA4FB30F-DE95-4634-9BF9-BDC3859A3760}" srcId="{AB210D24-E94F-4DC4-BAB1-CFCA64E33D87}" destId="{33E31BCC-7C77-44DD-9912-3C9623BC161E}" srcOrd="1" destOrd="0" parTransId="{820F3CB7-3063-41C5-90C4-0108FAAC2C8C}" sibTransId="{A50E904A-F947-4EDB-901D-2E9793CEE8EE}"/>
    <dgm:cxn modelId="{34096C18-DBD6-489E-ADFC-7221DA7E6F53}" type="presOf" srcId="{9B381267-8474-4538-B68E-C473BA075C87}" destId="{8198A147-8D8D-485A-92D8-A186272EE37C}" srcOrd="0" destOrd="2" presId="urn:microsoft.com/office/officeart/2018/2/layout/IconVerticalSolidList"/>
    <dgm:cxn modelId="{BE55F828-1A6C-45D3-90A8-FB7C0D790270}" srcId="{56174F68-4B1F-4C36-80ED-18786B275987}" destId="{FB648B88-57DC-4531-8044-40544CA00404}" srcOrd="1" destOrd="0" parTransId="{87A1AD60-4912-432B-B4FA-D8CFB93C2857}" sibTransId="{C2917F5C-D8E5-4D9C-8E22-57192DF6F970}"/>
    <dgm:cxn modelId="{8D3C482B-8181-4B04-8172-624BBE44A5B9}" type="presOf" srcId="{A5A81C71-4783-4B2B-816B-9B8F9E7E923C}" destId="{5BC0C196-74B5-4EF3-8CC6-2287488FA486}" srcOrd="0" destOrd="0" presId="urn:microsoft.com/office/officeart/2018/2/layout/IconVerticalSolidList"/>
    <dgm:cxn modelId="{B38C6F67-98BD-46E6-9DD6-FCE177CE894D}" srcId="{A5A81C71-4783-4B2B-816B-9B8F9E7E923C}" destId="{51CA78B4-359F-47FA-9CC3-5CA7AD2B314D}" srcOrd="1" destOrd="0" parTransId="{1D45931C-DA97-43AA-AA13-BB5243F882A4}" sibTransId="{4EE056EA-99D7-41B0-8E41-B791C25FC6A7}"/>
    <dgm:cxn modelId="{AFA7726C-2AA1-4FFC-980D-78DDF553DB93}" type="presOf" srcId="{56174F68-4B1F-4C36-80ED-18786B275987}" destId="{A52E892B-9ADF-4BD8-8F43-3074AA0AA025}" srcOrd="0" destOrd="0" presId="urn:microsoft.com/office/officeart/2018/2/layout/IconVerticalSolidList"/>
    <dgm:cxn modelId="{D701214F-73ED-4717-857E-411B90ECEA64}" srcId="{A5A81C71-4783-4B2B-816B-9B8F9E7E923C}" destId="{DA2B21E4-A084-4855-9C94-249C95CD08D0}" srcOrd="0" destOrd="0" parTransId="{3C54483C-66B7-404F-AE7A-FB1CB70B269B}" sibTransId="{42D06B69-28F8-49F8-8840-6A2A3066B78E}"/>
    <dgm:cxn modelId="{A40C8574-D491-46A3-B57E-1419ADADC9C6}" srcId="{AB210D24-E94F-4DC4-BAB1-CFCA64E33D87}" destId="{F429C6CE-3AB6-4047-81AB-FA18F852231D}" srcOrd="0" destOrd="0" parTransId="{08B4D1CF-B5BB-43CB-8885-AB31C34FBBC1}" sibTransId="{EE0F54BE-B9C2-46DA-93BA-8203058F2AAE}"/>
    <dgm:cxn modelId="{AB8A8155-E058-48AD-BD9B-35480257C658}" type="presOf" srcId="{AB210D24-E94F-4DC4-BAB1-CFCA64E33D87}" destId="{5204F687-D710-4087-BF62-F43DA3FE2A9C}" srcOrd="0" destOrd="0" presId="urn:microsoft.com/office/officeart/2018/2/layout/IconVerticalSolidList"/>
    <dgm:cxn modelId="{1649037D-77F5-4D30-B096-D65922A64620}" type="presOf" srcId="{E51BD02E-41D2-4484-B38C-B78BC983D088}" destId="{BC80A2BB-68AE-4D36-A093-3DBD3A45742E}" srcOrd="0" destOrd="2" presId="urn:microsoft.com/office/officeart/2018/2/layout/IconVerticalSolidList"/>
    <dgm:cxn modelId="{0D91F387-4D04-424F-93AD-6A9B710BCE82}" type="presOf" srcId="{128B4CD5-B443-46F5-A610-F7BF12458F93}" destId="{9A26C4E9-749E-4E97-8EDA-279DBA37725B}" srcOrd="0" destOrd="0" presId="urn:microsoft.com/office/officeart/2018/2/layout/IconVerticalSolidList"/>
    <dgm:cxn modelId="{33840297-92F5-427C-AF1F-9EE1394BF732}" srcId="{56174F68-4B1F-4C36-80ED-18786B275987}" destId="{9B381267-8474-4538-B68E-C473BA075C87}" srcOrd="2" destOrd="0" parTransId="{77117EAE-7D44-4638-B337-400F1B89FA8D}" sibTransId="{1C7665A3-B34A-4C87-ABC2-F9BA02F54C9E}"/>
    <dgm:cxn modelId="{F8919D9D-8F40-413C-8424-AE1F1CD7DAF4}" srcId="{128B4CD5-B443-46F5-A610-F7BF12458F93}" destId="{A5A81C71-4783-4B2B-816B-9B8F9E7E923C}" srcOrd="0" destOrd="0" parTransId="{3FD266FA-46B0-4262-86A6-1180BABF63A0}" sibTransId="{02262379-4B8A-46CB-A064-D744029D9BD6}"/>
    <dgm:cxn modelId="{A2AF32A9-DCA5-4071-A07E-54173F137F4C}" type="presOf" srcId="{FB648B88-57DC-4531-8044-40544CA00404}" destId="{8198A147-8D8D-485A-92D8-A186272EE37C}" srcOrd="0" destOrd="1" presId="urn:microsoft.com/office/officeart/2018/2/layout/IconVerticalSolidList"/>
    <dgm:cxn modelId="{86D1AFAB-F25C-4C46-86DD-4C78229967D8}" srcId="{128B4CD5-B443-46F5-A610-F7BF12458F93}" destId="{56174F68-4B1F-4C36-80ED-18786B275987}" srcOrd="1" destOrd="0" parTransId="{EC790E31-2DBF-4EAF-B6B2-A3F8889319DD}" sibTransId="{0321CC3E-2986-4FB9-8368-C38537F341F1}"/>
    <dgm:cxn modelId="{BA06F2AD-D40E-4799-A0F3-5383B399ACE6}" type="presOf" srcId="{A2159239-8A70-457C-AC99-20FF0B27E2A9}" destId="{7647F1C5-BEF2-442A-A308-A35A8E2E7503}" srcOrd="0" destOrd="2" presId="urn:microsoft.com/office/officeart/2018/2/layout/IconVerticalSolidList"/>
    <dgm:cxn modelId="{390175B3-DDDB-4A4D-B876-AE31E77B4238}" type="presOf" srcId="{DA2B21E4-A084-4855-9C94-249C95CD08D0}" destId="{7647F1C5-BEF2-442A-A308-A35A8E2E7503}" srcOrd="0" destOrd="0" presId="urn:microsoft.com/office/officeart/2018/2/layout/IconVerticalSolidList"/>
    <dgm:cxn modelId="{403A9FB8-9703-444B-A7A3-B2EC67A69814}" type="presOf" srcId="{33E31BCC-7C77-44DD-9912-3C9623BC161E}" destId="{BC80A2BB-68AE-4D36-A093-3DBD3A45742E}" srcOrd="0" destOrd="1" presId="urn:microsoft.com/office/officeart/2018/2/layout/IconVerticalSolidList"/>
    <dgm:cxn modelId="{DBE172BD-52AF-4347-9C8D-31460AABFD4D}" srcId="{56174F68-4B1F-4C36-80ED-18786B275987}" destId="{69E138C9-6ED4-4B37-A69E-030FD35C8CEC}" srcOrd="0" destOrd="0" parTransId="{18DC74BB-C036-4F1E-BEC2-6971B80CA607}" sibTransId="{499FE09C-CE36-47DB-BBB8-B1C2A430E10B}"/>
    <dgm:cxn modelId="{63829CC3-E70F-47D5-A6D6-CE3DB6C99C9D}" srcId="{AB210D24-E94F-4DC4-BAB1-CFCA64E33D87}" destId="{E51BD02E-41D2-4484-B38C-B78BC983D088}" srcOrd="2" destOrd="0" parTransId="{7679D7DF-4AC4-4BC3-95BA-F954FE4B04AB}" sibTransId="{46A0E177-E29F-4568-9B13-47587C351B21}"/>
    <dgm:cxn modelId="{235150C5-B5FB-441C-886C-E0050DF78BFE}" type="presOf" srcId="{51CA78B4-359F-47FA-9CC3-5CA7AD2B314D}" destId="{7647F1C5-BEF2-442A-A308-A35A8E2E7503}" srcOrd="0" destOrd="1" presId="urn:microsoft.com/office/officeart/2018/2/layout/IconVerticalSolidList"/>
    <dgm:cxn modelId="{BD9434C8-EA94-4C8F-8E97-486C0CFBA4E9}" type="presOf" srcId="{69E138C9-6ED4-4B37-A69E-030FD35C8CEC}" destId="{8198A147-8D8D-485A-92D8-A186272EE37C}" srcOrd="0" destOrd="0" presId="urn:microsoft.com/office/officeart/2018/2/layout/IconVerticalSolidList"/>
    <dgm:cxn modelId="{C2F620CF-3AE5-4183-BBE6-DFE8609C3D12}" srcId="{128B4CD5-B443-46F5-A610-F7BF12458F93}" destId="{AB210D24-E94F-4DC4-BAB1-CFCA64E33D87}" srcOrd="2" destOrd="0" parTransId="{FFA2530F-3831-489D-B12E-97247AD01413}" sibTransId="{48824A6B-4E70-4FDB-A73B-BE43E6ADB438}"/>
    <dgm:cxn modelId="{C7C10EEB-FB70-4444-A30D-04F047A1E2E4}" srcId="{A5A81C71-4783-4B2B-816B-9B8F9E7E923C}" destId="{A2159239-8A70-457C-AC99-20FF0B27E2A9}" srcOrd="2" destOrd="0" parTransId="{D7978658-EBB3-4CAC-BA07-499EC8094C08}" sibTransId="{E51AEF88-0F4C-42B4-ACD7-6E424FDD3007}"/>
    <dgm:cxn modelId="{2439B460-F01A-4B0E-8013-37A99FBDE0EA}" type="presParOf" srcId="{9A26C4E9-749E-4E97-8EDA-279DBA37725B}" destId="{D2B36BC1-52E6-418C-ABF2-A86E0718F3A8}" srcOrd="0" destOrd="0" presId="urn:microsoft.com/office/officeart/2018/2/layout/IconVerticalSolidList"/>
    <dgm:cxn modelId="{1E6C484F-F87A-4D1F-8795-8333CBCBC3E3}" type="presParOf" srcId="{D2B36BC1-52E6-418C-ABF2-A86E0718F3A8}" destId="{A8349B02-3D34-491E-93D0-CC838E12369B}" srcOrd="0" destOrd="0" presId="urn:microsoft.com/office/officeart/2018/2/layout/IconVerticalSolidList"/>
    <dgm:cxn modelId="{763A077C-EE7E-4719-99BD-61C2FA0AAAF9}" type="presParOf" srcId="{D2B36BC1-52E6-418C-ABF2-A86E0718F3A8}" destId="{50CD6F7C-AE49-4019-A28A-5ACBD822B35E}" srcOrd="1" destOrd="0" presId="urn:microsoft.com/office/officeart/2018/2/layout/IconVerticalSolidList"/>
    <dgm:cxn modelId="{8E001E10-523D-4976-8630-62E82A152C5A}" type="presParOf" srcId="{D2B36BC1-52E6-418C-ABF2-A86E0718F3A8}" destId="{B1EF2DFD-CAC9-407A-82AC-313B8F659DC4}" srcOrd="2" destOrd="0" presId="urn:microsoft.com/office/officeart/2018/2/layout/IconVerticalSolidList"/>
    <dgm:cxn modelId="{11884997-493D-4445-8525-33239EE79FE7}" type="presParOf" srcId="{D2B36BC1-52E6-418C-ABF2-A86E0718F3A8}" destId="{5BC0C196-74B5-4EF3-8CC6-2287488FA486}" srcOrd="3" destOrd="0" presId="urn:microsoft.com/office/officeart/2018/2/layout/IconVerticalSolidList"/>
    <dgm:cxn modelId="{C65B7037-0FB2-42C5-BA80-420CCB0CDF40}" type="presParOf" srcId="{D2B36BC1-52E6-418C-ABF2-A86E0718F3A8}" destId="{7647F1C5-BEF2-442A-A308-A35A8E2E7503}" srcOrd="4" destOrd="0" presId="urn:microsoft.com/office/officeart/2018/2/layout/IconVerticalSolidList"/>
    <dgm:cxn modelId="{70A865BC-B118-42FD-A617-0DA998434FD5}" type="presParOf" srcId="{9A26C4E9-749E-4E97-8EDA-279DBA37725B}" destId="{4BCD842E-25A1-480A-9C6A-097324736E3C}" srcOrd="1" destOrd="0" presId="urn:microsoft.com/office/officeart/2018/2/layout/IconVerticalSolidList"/>
    <dgm:cxn modelId="{980746E8-C8A3-4F38-8467-A757124E3AED}" type="presParOf" srcId="{9A26C4E9-749E-4E97-8EDA-279DBA37725B}" destId="{5B02CABB-C946-4F26-B51C-730282E0A247}" srcOrd="2" destOrd="0" presId="urn:microsoft.com/office/officeart/2018/2/layout/IconVerticalSolidList"/>
    <dgm:cxn modelId="{DDC41E38-777B-4609-83EB-038C350C8C0B}" type="presParOf" srcId="{5B02CABB-C946-4F26-B51C-730282E0A247}" destId="{3A7EA3F6-9187-4DF7-A654-8AA2125B284B}" srcOrd="0" destOrd="0" presId="urn:microsoft.com/office/officeart/2018/2/layout/IconVerticalSolidList"/>
    <dgm:cxn modelId="{5FFC424D-060B-4FD5-A213-279BA37ECBA7}" type="presParOf" srcId="{5B02CABB-C946-4F26-B51C-730282E0A247}" destId="{D148E623-A9EA-4857-9E43-C2B1639D5BB5}" srcOrd="1" destOrd="0" presId="urn:microsoft.com/office/officeart/2018/2/layout/IconVerticalSolidList"/>
    <dgm:cxn modelId="{B1F061E5-3590-41CF-B0F6-971EBFA2176E}" type="presParOf" srcId="{5B02CABB-C946-4F26-B51C-730282E0A247}" destId="{600BBE83-0B2A-4E91-A1AE-F70FAEE91E4C}" srcOrd="2" destOrd="0" presId="urn:microsoft.com/office/officeart/2018/2/layout/IconVerticalSolidList"/>
    <dgm:cxn modelId="{457093C2-AB34-42FA-A319-BDF2E4D5D013}" type="presParOf" srcId="{5B02CABB-C946-4F26-B51C-730282E0A247}" destId="{A52E892B-9ADF-4BD8-8F43-3074AA0AA025}" srcOrd="3" destOrd="0" presId="urn:microsoft.com/office/officeart/2018/2/layout/IconVerticalSolidList"/>
    <dgm:cxn modelId="{E3DF17A8-62BE-4BC1-B9D4-36A264C41E31}" type="presParOf" srcId="{5B02CABB-C946-4F26-B51C-730282E0A247}" destId="{8198A147-8D8D-485A-92D8-A186272EE37C}" srcOrd="4" destOrd="0" presId="urn:microsoft.com/office/officeart/2018/2/layout/IconVerticalSolidList"/>
    <dgm:cxn modelId="{6C491F5B-48DC-4F90-B45C-E669682EF0B4}" type="presParOf" srcId="{9A26C4E9-749E-4E97-8EDA-279DBA37725B}" destId="{3F8F9AD7-F478-414B-9F3E-DC280AC65296}" srcOrd="3" destOrd="0" presId="urn:microsoft.com/office/officeart/2018/2/layout/IconVerticalSolidList"/>
    <dgm:cxn modelId="{4B2C2938-E549-42C2-BC25-8643D845DF36}" type="presParOf" srcId="{9A26C4E9-749E-4E97-8EDA-279DBA37725B}" destId="{2747EA62-50F0-4C39-9D7C-6E1CDD7A4FE1}" srcOrd="4" destOrd="0" presId="urn:microsoft.com/office/officeart/2018/2/layout/IconVerticalSolidList"/>
    <dgm:cxn modelId="{330FE0AB-00C3-4663-98BB-FD1271BA6E26}" type="presParOf" srcId="{2747EA62-50F0-4C39-9D7C-6E1CDD7A4FE1}" destId="{91D8797B-4426-4179-A873-5A44E433A863}" srcOrd="0" destOrd="0" presId="urn:microsoft.com/office/officeart/2018/2/layout/IconVerticalSolidList"/>
    <dgm:cxn modelId="{B54C8651-85F7-40F0-9E4C-F73C817D3D80}" type="presParOf" srcId="{2747EA62-50F0-4C39-9D7C-6E1CDD7A4FE1}" destId="{AB99BEE9-1E4F-42E2-B3DA-302AC45B1A51}" srcOrd="1" destOrd="0" presId="urn:microsoft.com/office/officeart/2018/2/layout/IconVerticalSolidList"/>
    <dgm:cxn modelId="{260ACA2C-E728-4744-A82D-5C7EB2D618AC}" type="presParOf" srcId="{2747EA62-50F0-4C39-9D7C-6E1CDD7A4FE1}" destId="{12EC289A-F506-42A2-A1E2-B07C0C27DB5E}" srcOrd="2" destOrd="0" presId="urn:microsoft.com/office/officeart/2018/2/layout/IconVerticalSolidList"/>
    <dgm:cxn modelId="{5A965792-81F7-46C0-9A0B-57F0B0007807}" type="presParOf" srcId="{2747EA62-50F0-4C39-9D7C-6E1CDD7A4FE1}" destId="{5204F687-D710-4087-BF62-F43DA3FE2A9C}" srcOrd="3" destOrd="0" presId="urn:microsoft.com/office/officeart/2018/2/layout/IconVerticalSolidList"/>
    <dgm:cxn modelId="{BD0DDE99-9F80-40B7-B914-DA5108A4EBA0}" type="presParOf" srcId="{2747EA62-50F0-4C39-9D7C-6E1CDD7A4FE1}" destId="{BC80A2BB-68AE-4D36-A093-3DBD3A45742E}"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B2BEB48-9D7A-4F4E-B1AF-94BA92380962}" type="doc">
      <dgm:prSet loTypeId="urn:microsoft.com/office/officeart/2018/2/layout/IconCircleList" loCatId="icon" qsTypeId="urn:microsoft.com/office/officeart/2005/8/quickstyle/simple1" qsCatId="simple" csTypeId="urn:microsoft.com/office/officeart/2005/8/colors/accent3_2" csCatId="accent3" phldr="1"/>
      <dgm:spPr/>
      <dgm:t>
        <a:bodyPr/>
        <a:lstStyle/>
        <a:p>
          <a:endParaRPr lang="en-US"/>
        </a:p>
      </dgm:t>
    </dgm:pt>
    <dgm:pt modelId="{DF8B6E31-BD90-4299-A032-5FC8A3ADA68C}">
      <dgm:prSet/>
      <dgm:spPr/>
      <dgm:t>
        <a:bodyPr/>
        <a:lstStyle/>
        <a:p>
          <a:pPr>
            <a:lnSpc>
              <a:spcPct val="100000"/>
            </a:lnSpc>
          </a:pPr>
          <a:r>
            <a:rPr lang="en-US" b="1"/>
            <a:t>Original Direction - </a:t>
          </a:r>
          <a:r>
            <a:rPr lang="en-US"/>
            <a:t>Traditional travel application</a:t>
          </a:r>
        </a:p>
      </dgm:t>
    </dgm:pt>
    <dgm:pt modelId="{9FC25282-F9E4-4177-BC1A-1E661A58BF9B}" type="parTrans" cxnId="{B607672F-42A2-4A3F-80EE-4FF2A1D83E3F}">
      <dgm:prSet/>
      <dgm:spPr/>
      <dgm:t>
        <a:bodyPr/>
        <a:lstStyle/>
        <a:p>
          <a:endParaRPr lang="en-US"/>
        </a:p>
      </dgm:t>
    </dgm:pt>
    <dgm:pt modelId="{FCC8038F-23A3-4C14-BFA8-F3049E1A701E}" type="sibTrans" cxnId="{B607672F-42A2-4A3F-80EE-4FF2A1D83E3F}">
      <dgm:prSet/>
      <dgm:spPr/>
      <dgm:t>
        <a:bodyPr/>
        <a:lstStyle/>
        <a:p>
          <a:pPr>
            <a:lnSpc>
              <a:spcPct val="100000"/>
            </a:lnSpc>
          </a:pPr>
          <a:endParaRPr lang="en-US"/>
        </a:p>
      </dgm:t>
    </dgm:pt>
    <dgm:pt modelId="{412215E1-BC0D-4EAB-9AA7-4E45FCE854E7}">
      <dgm:prSet/>
      <dgm:spPr/>
      <dgm:t>
        <a:bodyPr/>
        <a:lstStyle/>
        <a:p>
          <a:pPr>
            <a:lnSpc>
              <a:spcPct val="100000"/>
            </a:lnSpc>
          </a:pPr>
          <a:r>
            <a:rPr lang="en-US" b="1"/>
            <a:t>Customer Change - </a:t>
          </a:r>
          <a:r>
            <a:rPr lang="en-US"/>
            <a:t>Shift toward wellness and detox travel</a:t>
          </a:r>
        </a:p>
      </dgm:t>
    </dgm:pt>
    <dgm:pt modelId="{DD29BEBF-6284-4623-930F-2022A9E9370A}" type="parTrans" cxnId="{C348A616-4E08-410B-8C7C-B715783CE05A}">
      <dgm:prSet/>
      <dgm:spPr/>
      <dgm:t>
        <a:bodyPr/>
        <a:lstStyle/>
        <a:p>
          <a:endParaRPr lang="en-US"/>
        </a:p>
      </dgm:t>
    </dgm:pt>
    <dgm:pt modelId="{5FEAD130-B734-41E1-A734-19404A04BC37}" type="sibTrans" cxnId="{C348A616-4E08-410B-8C7C-B715783CE05A}">
      <dgm:prSet/>
      <dgm:spPr/>
      <dgm:t>
        <a:bodyPr/>
        <a:lstStyle/>
        <a:p>
          <a:pPr>
            <a:lnSpc>
              <a:spcPct val="100000"/>
            </a:lnSpc>
          </a:pPr>
          <a:endParaRPr lang="en-US"/>
        </a:p>
      </dgm:t>
    </dgm:pt>
    <dgm:pt modelId="{BF32E423-6039-482E-8108-4B98FF80A72D}">
      <dgm:prSet/>
      <dgm:spPr/>
      <dgm:t>
        <a:bodyPr/>
        <a:lstStyle/>
        <a:p>
          <a:pPr>
            <a:lnSpc>
              <a:spcPct val="100000"/>
            </a:lnSpc>
          </a:pPr>
          <a:r>
            <a:rPr lang="en-US" b="1" dirty="0"/>
            <a:t>Scrum Response - </a:t>
          </a:r>
          <a:r>
            <a:rPr lang="en-US" dirty="0"/>
            <a:t>Reprioritize the backlog</a:t>
          </a:r>
          <a:br>
            <a:rPr lang="en-US" dirty="0"/>
          </a:br>
          <a:r>
            <a:rPr lang="en-US" dirty="0"/>
            <a:t>Preserve useful development</a:t>
          </a:r>
          <a:br>
            <a:rPr lang="en-US" dirty="0"/>
          </a:br>
          <a:r>
            <a:rPr lang="en-US" dirty="0"/>
            <a:t>Adapt the next increment</a:t>
          </a:r>
        </a:p>
      </dgm:t>
    </dgm:pt>
    <dgm:pt modelId="{DEBCB837-243A-4EB7-AE92-581221519213}" type="parTrans" cxnId="{3AF0AF2A-9769-4694-8275-D33BE695C45F}">
      <dgm:prSet/>
      <dgm:spPr/>
      <dgm:t>
        <a:bodyPr/>
        <a:lstStyle/>
        <a:p>
          <a:endParaRPr lang="en-US"/>
        </a:p>
      </dgm:t>
    </dgm:pt>
    <dgm:pt modelId="{A6851D61-DEDD-4773-A80D-AE8D64E06109}" type="sibTrans" cxnId="{3AF0AF2A-9769-4694-8275-D33BE695C45F}">
      <dgm:prSet/>
      <dgm:spPr/>
      <dgm:t>
        <a:bodyPr/>
        <a:lstStyle/>
        <a:p>
          <a:pPr>
            <a:lnSpc>
              <a:spcPct val="100000"/>
            </a:lnSpc>
          </a:pPr>
          <a:endParaRPr lang="en-US"/>
        </a:p>
      </dgm:t>
    </dgm:pt>
    <dgm:pt modelId="{1268DA7F-8410-4FE8-B326-BAE72E1F5E6B}">
      <dgm:prSet/>
      <dgm:spPr/>
      <dgm:t>
        <a:bodyPr/>
        <a:lstStyle/>
        <a:p>
          <a:pPr>
            <a:lnSpc>
              <a:spcPct val="100000"/>
            </a:lnSpc>
          </a:pPr>
          <a:r>
            <a:rPr lang="en-US" b="1"/>
            <a:t>Result - </a:t>
          </a:r>
          <a:r>
            <a:rPr lang="en-US"/>
            <a:t>The project changed direction without starting over.</a:t>
          </a:r>
        </a:p>
      </dgm:t>
    </dgm:pt>
    <dgm:pt modelId="{1C247D23-0DF1-449A-BAA5-535C6225337F}" type="parTrans" cxnId="{B9E70E00-30AF-4AA8-A72C-FA447CB41D27}">
      <dgm:prSet/>
      <dgm:spPr/>
      <dgm:t>
        <a:bodyPr/>
        <a:lstStyle/>
        <a:p>
          <a:endParaRPr lang="en-US"/>
        </a:p>
      </dgm:t>
    </dgm:pt>
    <dgm:pt modelId="{6E43FBB9-B583-4F15-A8A0-D0D7FD28B0B5}" type="sibTrans" cxnId="{B9E70E00-30AF-4AA8-A72C-FA447CB41D27}">
      <dgm:prSet/>
      <dgm:spPr/>
      <dgm:t>
        <a:bodyPr/>
        <a:lstStyle/>
        <a:p>
          <a:endParaRPr lang="en-US"/>
        </a:p>
      </dgm:t>
    </dgm:pt>
    <dgm:pt modelId="{272473CB-276D-4BEE-81DF-411693297837}" type="pres">
      <dgm:prSet presAssocID="{4B2BEB48-9D7A-4F4E-B1AF-94BA92380962}" presName="root" presStyleCnt="0">
        <dgm:presLayoutVars>
          <dgm:dir/>
          <dgm:resizeHandles val="exact"/>
        </dgm:presLayoutVars>
      </dgm:prSet>
      <dgm:spPr/>
    </dgm:pt>
    <dgm:pt modelId="{0AD3D8A9-E563-4AEE-9026-5C42DBAD2F99}" type="pres">
      <dgm:prSet presAssocID="{4B2BEB48-9D7A-4F4E-B1AF-94BA92380962}" presName="container" presStyleCnt="0">
        <dgm:presLayoutVars>
          <dgm:dir/>
          <dgm:resizeHandles val="exact"/>
        </dgm:presLayoutVars>
      </dgm:prSet>
      <dgm:spPr/>
    </dgm:pt>
    <dgm:pt modelId="{AC3E084E-F719-4EAC-9805-0583923BB033}" type="pres">
      <dgm:prSet presAssocID="{DF8B6E31-BD90-4299-A032-5FC8A3ADA68C}" presName="compNode" presStyleCnt="0"/>
      <dgm:spPr/>
    </dgm:pt>
    <dgm:pt modelId="{070AE673-3DFE-4160-B9A5-BC7DEB5187B2}" type="pres">
      <dgm:prSet presAssocID="{DF8B6E31-BD90-4299-A032-5FC8A3ADA68C}" presName="iconBgRect" presStyleLbl="bgShp" presStyleIdx="0" presStyleCnt="4"/>
      <dgm:spPr/>
    </dgm:pt>
    <dgm:pt modelId="{4271B24F-DBC6-43ED-89FF-C147496F8D25}" type="pres">
      <dgm:prSet presAssocID="{DF8B6E31-BD90-4299-A032-5FC8A3ADA68C}"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Transfer"/>
        </a:ext>
      </dgm:extLst>
    </dgm:pt>
    <dgm:pt modelId="{00BF6E80-4F7B-429B-A10F-218AEFCDA7F1}" type="pres">
      <dgm:prSet presAssocID="{DF8B6E31-BD90-4299-A032-5FC8A3ADA68C}" presName="spaceRect" presStyleCnt="0"/>
      <dgm:spPr/>
    </dgm:pt>
    <dgm:pt modelId="{33F78CED-898B-44EC-91C2-818352AD1E51}" type="pres">
      <dgm:prSet presAssocID="{DF8B6E31-BD90-4299-A032-5FC8A3ADA68C}" presName="textRect" presStyleLbl="revTx" presStyleIdx="0" presStyleCnt="4">
        <dgm:presLayoutVars>
          <dgm:chMax val="1"/>
          <dgm:chPref val="1"/>
        </dgm:presLayoutVars>
      </dgm:prSet>
      <dgm:spPr/>
    </dgm:pt>
    <dgm:pt modelId="{D44E247B-15FA-4C28-9D0A-F9A4BC6D5976}" type="pres">
      <dgm:prSet presAssocID="{FCC8038F-23A3-4C14-BFA8-F3049E1A701E}" presName="sibTrans" presStyleLbl="sibTrans2D1" presStyleIdx="0" presStyleCnt="0"/>
      <dgm:spPr/>
    </dgm:pt>
    <dgm:pt modelId="{3D160F24-9F7A-4A62-8235-A614A7B532E9}" type="pres">
      <dgm:prSet presAssocID="{412215E1-BC0D-4EAB-9AA7-4E45FCE854E7}" presName="compNode" presStyleCnt="0"/>
      <dgm:spPr/>
    </dgm:pt>
    <dgm:pt modelId="{B70A62F7-328A-48FE-A02E-51C5347FB323}" type="pres">
      <dgm:prSet presAssocID="{412215E1-BC0D-4EAB-9AA7-4E45FCE854E7}" presName="iconBgRect" presStyleLbl="bgShp" presStyleIdx="1" presStyleCnt="4"/>
      <dgm:spPr/>
    </dgm:pt>
    <dgm:pt modelId="{CD1540B1-5A94-4DFF-9C95-A0E92D267DAB}" type="pres">
      <dgm:prSet presAssocID="{412215E1-BC0D-4EAB-9AA7-4E45FCE854E7}"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orkflow"/>
        </a:ext>
      </dgm:extLst>
    </dgm:pt>
    <dgm:pt modelId="{B55868B9-7370-44E0-BC44-36BBBDA8B9C9}" type="pres">
      <dgm:prSet presAssocID="{412215E1-BC0D-4EAB-9AA7-4E45FCE854E7}" presName="spaceRect" presStyleCnt="0"/>
      <dgm:spPr/>
    </dgm:pt>
    <dgm:pt modelId="{0C851BF0-57E9-4594-A58C-FACEFCAF7ED5}" type="pres">
      <dgm:prSet presAssocID="{412215E1-BC0D-4EAB-9AA7-4E45FCE854E7}" presName="textRect" presStyleLbl="revTx" presStyleIdx="1" presStyleCnt="4">
        <dgm:presLayoutVars>
          <dgm:chMax val="1"/>
          <dgm:chPref val="1"/>
        </dgm:presLayoutVars>
      </dgm:prSet>
      <dgm:spPr/>
    </dgm:pt>
    <dgm:pt modelId="{EE05F98F-E309-4F9F-831A-8A06001BCE97}" type="pres">
      <dgm:prSet presAssocID="{5FEAD130-B734-41E1-A734-19404A04BC37}" presName="sibTrans" presStyleLbl="sibTrans2D1" presStyleIdx="0" presStyleCnt="0"/>
      <dgm:spPr/>
    </dgm:pt>
    <dgm:pt modelId="{DCF2075F-D1E2-4A2D-A8BA-CA1A97DEAD75}" type="pres">
      <dgm:prSet presAssocID="{BF32E423-6039-482E-8108-4B98FF80A72D}" presName="compNode" presStyleCnt="0"/>
      <dgm:spPr/>
    </dgm:pt>
    <dgm:pt modelId="{F1B5F486-664B-4942-BA1D-1C8F85EFFEE2}" type="pres">
      <dgm:prSet presAssocID="{BF32E423-6039-482E-8108-4B98FF80A72D}" presName="iconBgRect" presStyleLbl="bgShp" presStyleIdx="2" presStyleCnt="4"/>
      <dgm:spPr/>
    </dgm:pt>
    <dgm:pt modelId="{3B962991-7C4F-4AB5-A19E-248C7699D0D1}" type="pres">
      <dgm:prSet presAssocID="{BF32E423-6039-482E-8108-4B98FF80A72D}"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heckmark"/>
        </a:ext>
      </dgm:extLst>
    </dgm:pt>
    <dgm:pt modelId="{7E4985E9-EDC8-4594-90C9-83EC2FBCFE28}" type="pres">
      <dgm:prSet presAssocID="{BF32E423-6039-482E-8108-4B98FF80A72D}" presName="spaceRect" presStyleCnt="0"/>
      <dgm:spPr/>
    </dgm:pt>
    <dgm:pt modelId="{58682DA7-DE9A-4D74-BB68-96DF88861E47}" type="pres">
      <dgm:prSet presAssocID="{BF32E423-6039-482E-8108-4B98FF80A72D}" presName="textRect" presStyleLbl="revTx" presStyleIdx="2" presStyleCnt="4">
        <dgm:presLayoutVars>
          <dgm:chMax val="1"/>
          <dgm:chPref val="1"/>
        </dgm:presLayoutVars>
      </dgm:prSet>
      <dgm:spPr/>
    </dgm:pt>
    <dgm:pt modelId="{D729A840-F19D-4364-9855-B5C006886312}" type="pres">
      <dgm:prSet presAssocID="{A6851D61-DEDD-4773-A80D-AE8D64E06109}" presName="sibTrans" presStyleLbl="sibTrans2D1" presStyleIdx="0" presStyleCnt="0"/>
      <dgm:spPr/>
    </dgm:pt>
    <dgm:pt modelId="{8278E09B-493C-4440-BFC6-A9C7B13CFBBD}" type="pres">
      <dgm:prSet presAssocID="{1268DA7F-8410-4FE8-B326-BAE72E1F5E6B}" presName="compNode" presStyleCnt="0"/>
      <dgm:spPr/>
    </dgm:pt>
    <dgm:pt modelId="{D8EA5F02-D9E9-436A-92A1-EEBD52A8BBB7}" type="pres">
      <dgm:prSet presAssocID="{1268DA7F-8410-4FE8-B326-BAE72E1F5E6B}" presName="iconBgRect" presStyleLbl="bgShp" presStyleIdx="3" presStyleCnt="4"/>
      <dgm:spPr/>
    </dgm:pt>
    <dgm:pt modelId="{1189E430-CD41-43E4-AAFD-135C70812585}" type="pres">
      <dgm:prSet presAssocID="{1268DA7F-8410-4FE8-B326-BAE72E1F5E6B}"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16B1B186-335B-44BA-8FCC-2B84FB3AEC05}" type="pres">
      <dgm:prSet presAssocID="{1268DA7F-8410-4FE8-B326-BAE72E1F5E6B}" presName="spaceRect" presStyleCnt="0"/>
      <dgm:spPr/>
    </dgm:pt>
    <dgm:pt modelId="{B08EBC1A-24C5-4252-8FDF-17302969318D}" type="pres">
      <dgm:prSet presAssocID="{1268DA7F-8410-4FE8-B326-BAE72E1F5E6B}" presName="textRect" presStyleLbl="revTx" presStyleIdx="3" presStyleCnt="4">
        <dgm:presLayoutVars>
          <dgm:chMax val="1"/>
          <dgm:chPref val="1"/>
        </dgm:presLayoutVars>
      </dgm:prSet>
      <dgm:spPr/>
    </dgm:pt>
  </dgm:ptLst>
  <dgm:cxnLst>
    <dgm:cxn modelId="{B9E70E00-30AF-4AA8-A72C-FA447CB41D27}" srcId="{4B2BEB48-9D7A-4F4E-B1AF-94BA92380962}" destId="{1268DA7F-8410-4FE8-B326-BAE72E1F5E6B}" srcOrd="3" destOrd="0" parTransId="{1C247D23-0DF1-449A-BAA5-535C6225337F}" sibTransId="{6E43FBB9-B583-4F15-A8A0-D0D7FD28B0B5}"/>
    <dgm:cxn modelId="{C348A616-4E08-410B-8C7C-B715783CE05A}" srcId="{4B2BEB48-9D7A-4F4E-B1AF-94BA92380962}" destId="{412215E1-BC0D-4EAB-9AA7-4E45FCE854E7}" srcOrd="1" destOrd="0" parTransId="{DD29BEBF-6284-4623-930F-2022A9E9370A}" sibTransId="{5FEAD130-B734-41E1-A734-19404A04BC37}"/>
    <dgm:cxn modelId="{3AF0AF2A-9769-4694-8275-D33BE695C45F}" srcId="{4B2BEB48-9D7A-4F4E-B1AF-94BA92380962}" destId="{BF32E423-6039-482E-8108-4B98FF80A72D}" srcOrd="2" destOrd="0" parTransId="{DEBCB837-243A-4EB7-AE92-581221519213}" sibTransId="{A6851D61-DEDD-4773-A80D-AE8D64E06109}"/>
    <dgm:cxn modelId="{B607672F-42A2-4A3F-80EE-4FF2A1D83E3F}" srcId="{4B2BEB48-9D7A-4F4E-B1AF-94BA92380962}" destId="{DF8B6E31-BD90-4299-A032-5FC8A3ADA68C}" srcOrd="0" destOrd="0" parTransId="{9FC25282-F9E4-4177-BC1A-1E661A58BF9B}" sibTransId="{FCC8038F-23A3-4C14-BFA8-F3049E1A701E}"/>
    <dgm:cxn modelId="{2D4DD233-8F8D-48B0-9AE1-94C2F4809E6F}" type="presOf" srcId="{4B2BEB48-9D7A-4F4E-B1AF-94BA92380962}" destId="{272473CB-276D-4BEE-81DF-411693297837}" srcOrd="0" destOrd="0" presId="urn:microsoft.com/office/officeart/2018/2/layout/IconCircleList"/>
    <dgm:cxn modelId="{BC11507C-DF3A-4529-BCA6-3756ABF506DF}" type="presOf" srcId="{1268DA7F-8410-4FE8-B326-BAE72E1F5E6B}" destId="{B08EBC1A-24C5-4252-8FDF-17302969318D}" srcOrd="0" destOrd="0" presId="urn:microsoft.com/office/officeart/2018/2/layout/IconCircleList"/>
    <dgm:cxn modelId="{C76D7784-9D0E-4637-AADA-53BB044878D8}" type="presOf" srcId="{FCC8038F-23A3-4C14-BFA8-F3049E1A701E}" destId="{D44E247B-15FA-4C28-9D0A-F9A4BC6D5976}" srcOrd="0" destOrd="0" presId="urn:microsoft.com/office/officeart/2018/2/layout/IconCircleList"/>
    <dgm:cxn modelId="{25447A96-577B-45F7-BB7D-28DDFF5037F4}" type="presOf" srcId="{BF32E423-6039-482E-8108-4B98FF80A72D}" destId="{58682DA7-DE9A-4D74-BB68-96DF88861E47}" srcOrd="0" destOrd="0" presId="urn:microsoft.com/office/officeart/2018/2/layout/IconCircleList"/>
    <dgm:cxn modelId="{531542AB-4B92-43F5-A10C-D9896A2A9E35}" type="presOf" srcId="{A6851D61-DEDD-4773-A80D-AE8D64E06109}" destId="{D729A840-F19D-4364-9855-B5C006886312}" srcOrd="0" destOrd="0" presId="urn:microsoft.com/office/officeart/2018/2/layout/IconCircleList"/>
    <dgm:cxn modelId="{15645FDD-23D9-4D65-AB2F-F06739D68C7C}" type="presOf" srcId="{5FEAD130-B734-41E1-A734-19404A04BC37}" destId="{EE05F98F-E309-4F9F-831A-8A06001BCE97}" srcOrd="0" destOrd="0" presId="urn:microsoft.com/office/officeart/2018/2/layout/IconCircleList"/>
    <dgm:cxn modelId="{BDFAACE7-4D3C-402F-BE66-5DA78F5DD445}" type="presOf" srcId="{DF8B6E31-BD90-4299-A032-5FC8A3ADA68C}" destId="{33F78CED-898B-44EC-91C2-818352AD1E51}" srcOrd="0" destOrd="0" presId="urn:microsoft.com/office/officeart/2018/2/layout/IconCircleList"/>
    <dgm:cxn modelId="{CF4EBBF1-5A94-4A13-8023-79A28115119E}" type="presOf" srcId="{412215E1-BC0D-4EAB-9AA7-4E45FCE854E7}" destId="{0C851BF0-57E9-4594-A58C-FACEFCAF7ED5}" srcOrd="0" destOrd="0" presId="urn:microsoft.com/office/officeart/2018/2/layout/IconCircleList"/>
    <dgm:cxn modelId="{57BCDE43-E322-4D54-B66B-A16F3CB72FDA}" type="presParOf" srcId="{272473CB-276D-4BEE-81DF-411693297837}" destId="{0AD3D8A9-E563-4AEE-9026-5C42DBAD2F99}" srcOrd="0" destOrd="0" presId="urn:microsoft.com/office/officeart/2018/2/layout/IconCircleList"/>
    <dgm:cxn modelId="{76FA4811-6850-4524-AD14-4DD690037574}" type="presParOf" srcId="{0AD3D8A9-E563-4AEE-9026-5C42DBAD2F99}" destId="{AC3E084E-F719-4EAC-9805-0583923BB033}" srcOrd="0" destOrd="0" presId="urn:microsoft.com/office/officeart/2018/2/layout/IconCircleList"/>
    <dgm:cxn modelId="{7FF3AA51-5344-4C22-AECF-C20009155D6E}" type="presParOf" srcId="{AC3E084E-F719-4EAC-9805-0583923BB033}" destId="{070AE673-3DFE-4160-B9A5-BC7DEB5187B2}" srcOrd="0" destOrd="0" presId="urn:microsoft.com/office/officeart/2018/2/layout/IconCircleList"/>
    <dgm:cxn modelId="{63D42E90-39B3-409F-B89C-2BA75BBEB4E2}" type="presParOf" srcId="{AC3E084E-F719-4EAC-9805-0583923BB033}" destId="{4271B24F-DBC6-43ED-89FF-C147496F8D25}" srcOrd="1" destOrd="0" presId="urn:microsoft.com/office/officeart/2018/2/layout/IconCircleList"/>
    <dgm:cxn modelId="{7C95247F-5C0A-4748-BFBA-52C826693C91}" type="presParOf" srcId="{AC3E084E-F719-4EAC-9805-0583923BB033}" destId="{00BF6E80-4F7B-429B-A10F-218AEFCDA7F1}" srcOrd="2" destOrd="0" presId="urn:microsoft.com/office/officeart/2018/2/layout/IconCircleList"/>
    <dgm:cxn modelId="{EA4FDBB3-0400-4380-A8EE-B0D8C8AD5FB3}" type="presParOf" srcId="{AC3E084E-F719-4EAC-9805-0583923BB033}" destId="{33F78CED-898B-44EC-91C2-818352AD1E51}" srcOrd="3" destOrd="0" presId="urn:microsoft.com/office/officeart/2018/2/layout/IconCircleList"/>
    <dgm:cxn modelId="{106874E0-1337-4C54-979E-1C0A8023FC85}" type="presParOf" srcId="{0AD3D8A9-E563-4AEE-9026-5C42DBAD2F99}" destId="{D44E247B-15FA-4C28-9D0A-F9A4BC6D5976}" srcOrd="1" destOrd="0" presId="urn:microsoft.com/office/officeart/2018/2/layout/IconCircleList"/>
    <dgm:cxn modelId="{DB4EE92E-0A7C-4554-9567-508B5B7B1EB9}" type="presParOf" srcId="{0AD3D8A9-E563-4AEE-9026-5C42DBAD2F99}" destId="{3D160F24-9F7A-4A62-8235-A614A7B532E9}" srcOrd="2" destOrd="0" presId="urn:microsoft.com/office/officeart/2018/2/layout/IconCircleList"/>
    <dgm:cxn modelId="{61FBED5B-5490-44CD-AB52-F972ED0B0759}" type="presParOf" srcId="{3D160F24-9F7A-4A62-8235-A614A7B532E9}" destId="{B70A62F7-328A-48FE-A02E-51C5347FB323}" srcOrd="0" destOrd="0" presId="urn:microsoft.com/office/officeart/2018/2/layout/IconCircleList"/>
    <dgm:cxn modelId="{145E855B-F498-4478-BA91-80EA260C1996}" type="presParOf" srcId="{3D160F24-9F7A-4A62-8235-A614A7B532E9}" destId="{CD1540B1-5A94-4DFF-9C95-A0E92D267DAB}" srcOrd="1" destOrd="0" presId="urn:microsoft.com/office/officeart/2018/2/layout/IconCircleList"/>
    <dgm:cxn modelId="{987E6BD6-16A2-4CC6-9306-E412C1D70496}" type="presParOf" srcId="{3D160F24-9F7A-4A62-8235-A614A7B532E9}" destId="{B55868B9-7370-44E0-BC44-36BBBDA8B9C9}" srcOrd="2" destOrd="0" presId="urn:microsoft.com/office/officeart/2018/2/layout/IconCircleList"/>
    <dgm:cxn modelId="{6747F084-D098-4724-9621-075FAE61B48B}" type="presParOf" srcId="{3D160F24-9F7A-4A62-8235-A614A7B532E9}" destId="{0C851BF0-57E9-4594-A58C-FACEFCAF7ED5}" srcOrd="3" destOrd="0" presId="urn:microsoft.com/office/officeart/2018/2/layout/IconCircleList"/>
    <dgm:cxn modelId="{84A7EEE7-66FE-4E9F-9062-20E731BAF2EA}" type="presParOf" srcId="{0AD3D8A9-E563-4AEE-9026-5C42DBAD2F99}" destId="{EE05F98F-E309-4F9F-831A-8A06001BCE97}" srcOrd="3" destOrd="0" presId="urn:microsoft.com/office/officeart/2018/2/layout/IconCircleList"/>
    <dgm:cxn modelId="{3ED26670-5EA4-458E-929D-D9478772CC80}" type="presParOf" srcId="{0AD3D8A9-E563-4AEE-9026-5C42DBAD2F99}" destId="{DCF2075F-D1E2-4A2D-A8BA-CA1A97DEAD75}" srcOrd="4" destOrd="0" presId="urn:microsoft.com/office/officeart/2018/2/layout/IconCircleList"/>
    <dgm:cxn modelId="{5C007071-8E5A-4385-A051-76E702FA262A}" type="presParOf" srcId="{DCF2075F-D1E2-4A2D-A8BA-CA1A97DEAD75}" destId="{F1B5F486-664B-4942-BA1D-1C8F85EFFEE2}" srcOrd="0" destOrd="0" presId="urn:microsoft.com/office/officeart/2018/2/layout/IconCircleList"/>
    <dgm:cxn modelId="{E159774B-8ED8-49A6-8FEB-4E9547D4EA73}" type="presParOf" srcId="{DCF2075F-D1E2-4A2D-A8BA-CA1A97DEAD75}" destId="{3B962991-7C4F-4AB5-A19E-248C7699D0D1}" srcOrd="1" destOrd="0" presId="urn:microsoft.com/office/officeart/2018/2/layout/IconCircleList"/>
    <dgm:cxn modelId="{31F26732-3278-4668-8667-22AF509FD38D}" type="presParOf" srcId="{DCF2075F-D1E2-4A2D-A8BA-CA1A97DEAD75}" destId="{7E4985E9-EDC8-4594-90C9-83EC2FBCFE28}" srcOrd="2" destOrd="0" presId="urn:microsoft.com/office/officeart/2018/2/layout/IconCircleList"/>
    <dgm:cxn modelId="{6F65A067-731D-4042-B740-160246EE22FD}" type="presParOf" srcId="{DCF2075F-D1E2-4A2D-A8BA-CA1A97DEAD75}" destId="{58682DA7-DE9A-4D74-BB68-96DF88861E47}" srcOrd="3" destOrd="0" presId="urn:microsoft.com/office/officeart/2018/2/layout/IconCircleList"/>
    <dgm:cxn modelId="{7576E2FB-3270-4F2F-92FC-822362A75927}" type="presParOf" srcId="{0AD3D8A9-E563-4AEE-9026-5C42DBAD2F99}" destId="{D729A840-F19D-4364-9855-B5C006886312}" srcOrd="5" destOrd="0" presId="urn:microsoft.com/office/officeart/2018/2/layout/IconCircleList"/>
    <dgm:cxn modelId="{5A58B949-43A6-4F1F-8905-D363FF3C8B03}" type="presParOf" srcId="{0AD3D8A9-E563-4AEE-9026-5C42DBAD2F99}" destId="{8278E09B-493C-4440-BFC6-A9C7B13CFBBD}" srcOrd="6" destOrd="0" presId="urn:microsoft.com/office/officeart/2018/2/layout/IconCircleList"/>
    <dgm:cxn modelId="{BC0CC50A-7595-4550-ABD2-B8BD6220EECA}" type="presParOf" srcId="{8278E09B-493C-4440-BFC6-A9C7B13CFBBD}" destId="{D8EA5F02-D9E9-436A-92A1-EEBD52A8BBB7}" srcOrd="0" destOrd="0" presId="urn:microsoft.com/office/officeart/2018/2/layout/IconCircleList"/>
    <dgm:cxn modelId="{56E86287-04F7-4FE8-9A94-BF013252D0F6}" type="presParOf" srcId="{8278E09B-493C-4440-BFC6-A9C7B13CFBBD}" destId="{1189E430-CD41-43E4-AAFD-135C70812585}" srcOrd="1" destOrd="0" presId="urn:microsoft.com/office/officeart/2018/2/layout/IconCircleList"/>
    <dgm:cxn modelId="{5491C831-C541-4F11-A048-25FC9DCCC5FF}" type="presParOf" srcId="{8278E09B-493C-4440-BFC6-A9C7B13CFBBD}" destId="{16B1B186-335B-44BA-8FCC-2B84FB3AEC05}" srcOrd="2" destOrd="0" presId="urn:microsoft.com/office/officeart/2018/2/layout/IconCircleList"/>
    <dgm:cxn modelId="{ECCF71D2-358D-488B-8002-97568F72BADB}" type="presParOf" srcId="{8278E09B-493C-4440-BFC6-A9C7B13CFBBD}" destId="{B08EBC1A-24C5-4252-8FDF-17302969318D}"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D97D36E-B422-4831-BBBD-4853AC2E72B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F232F50-F2F9-47DA-83D1-76E365BEC90D}">
      <dgm:prSet/>
      <dgm:spPr/>
      <dgm:t>
        <a:bodyPr/>
        <a:lstStyle/>
        <a:p>
          <a:pPr>
            <a:lnSpc>
              <a:spcPct val="100000"/>
            </a:lnSpc>
          </a:pPr>
          <a:r>
            <a:rPr lang="en-US" b="1" dirty="0"/>
            <a:t>Scrum-Agile fits when:</a:t>
          </a:r>
          <a:br>
            <a:rPr lang="en-US" dirty="0"/>
          </a:br>
          <a:r>
            <a:rPr lang="en-US" dirty="0"/>
            <a:t>Requirements may change</a:t>
          </a:r>
          <a:br>
            <a:rPr lang="en-US" dirty="0"/>
          </a:br>
          <a:r>
            <a:rPr lang="en-US" dirty="0"/>
            <a:t>Customer feedback is important</a:t>
          </a:r>
          <a:br>
            <a:rPr lang="en-US" dirty="0"/>
          </a:br>
          <a:r>
            <a:rPr lang="en-US" dirty="0"/>
            <a:t>Teams can collaborate frequently</a:t>
          </a:r>
        </a:p>
      </dgm:t>
    </dgm:pt>
    <dgm:pt modelId="{01E8AAD1-24D8-4823-B455-E9BA27712590}" type="parTrans" cxnId="{5F8701BD-88A3-48E4-9748-F2DE565E0F46}">
      <dgm:prSet/>
      <dgm:spPr/>
      <dgm:t>
        <a:bodyPr/>
        <a:lstStyle/>
        <a:p>
          <a:endParaRPr lang="en-US"/>
        </a:p>
      </dgm:t>
    </dgm:pt>
    <dgm:pt modelId="{299015A6-F04E-489F-94D6-5FC195F8EE25}" type="sibTrans" cxnId="{5F8701BD-88A3-48E4-9748-F2DE565E0F46}">
      <dgm:prSet/>
      <dgm:spPr/>
      <dgm:t>
        <a:bodyPr/>
        <a:lstStyle/>
        <a:p>
          <a:endParaRPr lang="en-US"/>
        </a:p>
      </dgm:t>
    </dgm:pt>
    <dgm:pt modelId="{B9728FF2-D470-4506-806A-18EEAF682CE6}">
      <dgm:prSet/>
      <dgm:spPr/>
      <dgm:t>
        <a:bodyPr/>
        <a:lstStyle/>
        <a:p>
          <a:pPr>
            <a:lnSpc>
              <a:spcPct val="100000"/>
            </a:lnSpc>
          </a:pPr>
          <a:r>
            <a:rPr lang="en-US" b="1" dirty="0"/>
            <a:t>Waterfall fits when:</a:t>
          </a:r>
          <a:br>
            <a:rPr lang="en-US" dirty="0"/>
          </a:br>
          <a:r>
            <a:rPr lang="en-US" dirty="0"/>
            <a:t>Requirements are stable and well-defined</a:t>
          </a:r>
          <a:br>
            <a:rPr lang="en-US" dirty="0"/>
          </a:br>
          <a:r>
            <a:rPr lang="en-US" dirty="0"/>
            <a:t>Strict documentation or regulatory controls matter</a:t>
          </a:r>
          <a:br>
            <a:rPr lang="en-US" dirty="0"/>
          </a:br>
          <a:r>
            <a:rPr lang="en-US" dirty="0"/>
            <a:t>Scope, schedule, and deliverables need to be established early</a:t>
          </a:r>
        </a:p>
      </dgm:t>
    </dgm:pt>
    <dgm:pt modelId="{151CB198-9FBA-45CC-B479-CAD6E2558D87}" type="parTrans" cxnId="{A797C470-4E98-43F7-8979-AC1A4ECA9473}">
      <dgm:prSet/>
      <dgm:spPr/>
      <dgm:t>
        <a:bodyPr/>
        <a:lstStyle/>
        <a:p>
          <a:endParaRPr lang="en-US"/>
        </a:p>
      </dgm:t>
    </dgm:pt>
    <dgm:pt modelId="{E2AED26C-E755-4107-A12B-93822C4E833D}" type="sibTrans" cxnId="{A797C470-4E98-43F7-8979-AC1A4ECA9473}">
      <dgm:prSet/>
      <dgm:spPr/>
      <dgm:t>
        <a:bodyPr/>
        <a:lstStyle/>
        <a:p>
          <a:endParaRPr lang="en-US"/>
        </a:p>
      </dgm:t>
    </dgm:pt>
    <dgm:pt modelId="{7760CC2B-D339-470C-9433-60CF03A7F252}" type="pres">
      <dgm:prSet presAssocID="{2D97D36E-B422-4831-BBBD-4853AC2E72B8}" presName="root" presStyleCnt="0">
        <dgm:presLayoutVars>
          <dgm:dir/>
          <dgm:resizeHandles val="exact"/>
        </dgm:presLayoutVars>
      </dgm:prSet>
      <dgm:spPr/>
    </dgm:pt>
    <dgm:pt modelId="{EBB3B49F-8C38-471A-AD57-B284C36928FF}" type="pres">
      <dgm:prSet presAssocID="{CF232F50-F2F9-47DA-83D1-76E365BEC90D}" presName="compNode" presStyleCnt="0"/>
      <dgm:spPr/>
    </dgm:pt>
    <dgm:pt modelId="{51B2EEA9-FD00-40BB-8060-01FFA25E705B}" type="pres">
      <dgm:prSet presAssocID="{CF232F50-F2F9-47DA-83D1-76E365BEC90D}" presName="bgRect" presStyleLbl="bgShp" presStyleIdx="0" presStyleCnt="2"/>
      <dgm:spPr/>
    </dgm:pt>
    <dgm:pt modelId="{58A7D50E-4648-49BD-A454-E286B3A4D10A}" type="pres">
      <dgm:prSet presAssocID="{CF232F50-F2F9-47DA-83D1-76E365BEC90D}"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Users"/>
        </a:ext>
      </dgm:extLst>
    </dgm:pt>
    <dgm:pt modelId="{179C5896-A259-4476-8532-52A6AD0F8D74}" type="pres">
      <dgm:prSet presAssocID="{CF232F50-F2F9-47DA-83D1-76E365BEC90D}" presName="spaceRect" presStyleCnt="0"/>
      <dgm:spPr/>
    </dgm:pt>
    <dgm:pt modelId="{3D9AF92D-4828-4571-BB24-2900C06CB232}" type="pres">
      <dgm:prSet presAssocID="{CF232F50-F2F9-47DA-83D1-76E365BEC90D}" presName="parTx" presStyleLbl="revTx" presStyleIdx="0" presStyleCnt="2">
        <dgm:presLayoutVars>
          <dgm:chMax val="0"/>
          <dgm:chPref val="0"/>
        </dgm:presLayoutVars>
      </dgm:prSet>
      <dgm:spPr/>
    </dgm:pt>
    <dgm:pt modelId="{70AF5050-D757-4BEE-87AB-B4AFC4ACB8B3}" type="pres">
      <dgm:prSet presAssocID="{299015A6-F04E-489F-94D6-5FC195F8EE25}" presName="sibTrans" presStyleCnt="0"/>
      <dgm:spPr/>
    </dgm:pt>
    <dgm:pt modelId="{C4C947EE-390B-47C4-82BF-6E04D229BD79}" type="pres">
      <dgm:prSet presAssocID="{B9728FF2-D470-4506-806A-18EEAF682CE6}" presName="compNode" presStyleCnt="0"/>
      <dgm:spPr/>
    </dgm:pt>
    <dgm:pt modelId="{8D5A0D12-77B2-47AB-9F88-F3FE8ED1643A}" type="pres">
      <dgm:prSet presAssocID="{B9728FF2-D470-4506-806A-18EEAF682CE6}" presName="bgRect" presStyleLbl="bgShp" presStyleIdx="1" presStyleCnt="2"/>
      <dgm:spPr/>
    </dgm:pt>
    <dgm:pt modelId="{8E939753-5162-444E-B0F4-8E6C0EDBC57B}" type="pres">
      <dgm:prSet presAssocID="{B9728FF2-D470-4506-806A-18EEAF682CE6}"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terfall scene"/>
        </a:ext>
      </dgm:extLst>
    </dgm:pt>
    <dgm:pt modelId="{94C7257B-C9B2-4492-B30B-8F5B917FF37A}" type="pres">
      <dgm:prSet presAssocID="{B9728FF2-D470-4506-806A-18EEAF682CE6}" presName="spaceRect" presStyleCnt="0"/>
      <dgm:spPr/>
    </dgm:pt>
    <dgm:pt modelId="{9C5BB2C1-086A-4AEF-858B-939C8124F297}" type="pres">
      <dgm:prSet presAssocID="{B9728FF2-D470-4506-806A-18EEAF682CE6}" presName="parTx" presStyleLbl="revTx" presStyleIdx="1" presStyleCnt="2">
        <dgm:presLayoutVars>
          <dgm:chMax val="0"/>
          <dgm:chPref val="0"/>
        </dgm:presLayoutVars>
      </dgm:prSet>
      <dgm:spPr/>
    </dgm:pt>
  </dgm:ptLst>
  <dgm:cxnLst>
    <dgm:cxn modelId="{DB884814-D6B5-46AA-9A06-FF6845E16DD1}" type="presOf" srcId="{CF232F50-F2F9-47DA-83D1-76E365BEC90D}" destId="{3D9AF92D-4828-4571-BB24-2900C06CB232}" srcOrd="0" destOrd="0" presId="urn:microsoft.com/office/officeart/2018/2/layout/IconVerticalSolidList"/>
    <dgm:cxn modelId="{A797C470-4E98-43F7-8979-AC1A4ECA9473}" srcId="{2D97D36E-B422-4831-BBBD-4853AC2E72B8}" destId="{B9728FF2-D470-4506-806A-18EEAF682CE6}" srcOrd="1" destOrd="0" parTransId="{151CB198-9FBA-45CC-B479-CAD6E2558D87}" sibTransId="{E2AED26C-E755-4107-A12B-93822C4E833D}"/>
    <dgm:cxn modelId="{F43CC384-C1DE-4C03-A180-CB3704B49F43}" type="presOf" srcId="{B9728FF2-D470-4506-806A-18EEAF682CE6}" destId="{9C5BB2C1-086A-4AEF-858B-939C8124F297}" srcOrd="0" destOrd="0" presId="urn:microsoft.com/office/officeart/2018/2/layout/IconVerticalSolidList"/>
    <dgm:cxn modelId="{1CEF5AA4-A3E8-4631-BC35-16873FDF3569}" type="presOf" srcId="{2D97D36E-B422-4831-BBBD-4853AC2E72B8}" destId="{7760CC2B-D339-470C-9433-60CF03A7F252}" srcOrd="0" destOrd="0" presId="urn:microsoft.com/office/officeart/2018/2/layout/IconVerticalSolidList"/>
    <dgm:cxn modelId="{5F8701BD-88A3-48E4-9748-F2DE565E0F46}" srcId="{2D97D36E-B422-4831-BBBD-4853AC2E72B8}" destId="{CF232F50-F2F9-47DA-83D1-76E365BEC90D}" srcOrd="0" destOrd="0" parTransId="{01E8AAD1-24D8-4823-B455-E9BA27712590}" sibTransId="{299015A6-F04E-489F-94D6-5FC195F8EE25}"/>
    <dgm:cxn modelId="{2B961BD9-10F7-4465-AE3F-08241F5DCE17}" type="presParOf" srcId="{7760CC2B-D339-470C-9433-60CF03A7F252}" destId="{EBB3B49F-8C38-471A-AD57-B284C36928FF}" srcOrd="0" destOrd="0" presId="urn:microsoft.com/office/officeart/2018/2/layout/IconVerticalSolidList"/>
    <dgm:cxn modelId="{B108E491-4EE8-411C-982F-16AB17D81EFF}" type="presParOf" srcId="{EBB3B49F-8C38-471A-AD57-B284C36928FF}" destId="{51B2EEA9-FD00-40BB-8060-01FFA25E705B}" srcOrd="0" destOrd="0" presId="urn:microsoft.com/office/officeart/2018/2/layout/IconVerticalSolidList"/>
    <dgm:cxn modelId="{9B1BC6A8-D185-4FE4-8AC2-1F7B878135C0}" type="presParOf" srcId="{EBB3B49F-8C38-471A-AD57-B284C36928FF}" destId="{58A7D50E-4648-49BD-A454-E286B3A4D10A}" srcOrd="1" destOrd="0" presId="urn:microsoft.com/office/officeart/2018/2/layout/IconVerticalSolidList"/>
    <dgm:cxn modelId="{10586AAE-6896-4B12-8B5B-C533B66B99DE}" type="presParOf" srcId="{EBB3B49F-8C38-471A-AD57-B284C36928FF}" destId="{179C5896-A259-4476-8532-52A6AD0F8D74}" srcOrd="2" destOrd="0" presId="urn:microsoft.com/office/officeart/2018/2/layout/IconVerticalSolidList"/>
    <dgm:cxn modelId="{4FB824C5-925D-4EC6-B6AF-6B9F859CB83C}" type="presParOf" srcId="{EBB3B49F-8C38-471A-AD57-B284C36928FF}" destId="{3D9AF92D-4828-4571-BB24-2900C06CB232}" srcOrd="3" destOrd="0" presId="urn:microsoft.com/office/officeart/2018/2/layout/IconVerticalSolidList"/>
    <dgm:cxn modelId="{DA10B817-2512-4FE9-AEAE-A65E85982032}" type="presParOf" srcId="{7760CC2B-D339-470C-9433-60CF03A7F252}" destId="{70AF5050-D757-4BEE-87AB-B4AFC4ACB8B3}" srcOrd="1" destOrd="0" presId="urn:microsoft.com/office/officeart/2018/2/layout/IconVerticalSolidList"/>
    <dgm:cxn modelId="{4818AE8B-9207-4EEF-8B52-357EBADFFC73}" type="presParOf" srcId="{7760CC2B-D339-470C-9433-60CF03A7F252}" destId="{C4C947EE-390B-47C4-82BF-6E04D229BD79}" srcOrd="2" destOrd="0" presId="urn:microsoft.com/office/officeart/2018/2/layout/IconVerticalSolidList"/>
    <dgm:cxn modelId="{911AFFA5-315F-4665-947F-A9BDECCC6F2E}" type="presParOf" srcId="{C4C947EE-390B-47C4-82BF-6E04D229BD79}" destId="{8D5A0D12-77B2-47AB-9F88-F3FE8ED1643A}" srcOrd="0" destOrd="0" presId="urn:microsoft.com/office/officeart/2018/2/layout/IconVerticalSolidList"/>
    <dgm:cxn modelId="{2E377A1A-9CC5-43D1-8602-6A0B037380F9}" type="presParOf" srcId="{C4C947EE-390B-47C4-82BF-6E04D229BD79}" destId="{8E939753-5162-444E-B0F4-8E6C0EDBC57B}" srcOrd="1" destOrd="0" presId="urn:microsoft.com/office/officeart/2018/2/layout/IconVerticalSolidList"/>
    <dgm:cxn modelId="{65CD49A8-7BCB-49E2-9E4B-CD9222217868}" type="presParOf" srcId="{C4C947EE-390B-47C4-82BF-6E04D229BD79}" destId="{94C7257B-C9B2-4492-B30B-8F5B917FF37A}" srcOrd="2" destOrd="0" presId="urn:microsoft.com/office/officeart/2018/2/layout/IconVerticalSolidList"/>
    <dgm:cxn modelId="{C980214A-D2F1-40DC-A49B-4F18539029F4}" type="presParOf" srcId="{C4C947EE-390B-47C4-82BF-6E04D229BD79}" destId="{9C5BB2C1-086A-4AEF-858B-939C8124F29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349B02-3D34-491E-93D0-CC838E12369B}">
      <dsp:nvSpPr>
        <dsp:cNvPr id="0" name=""/>
        <dsp:cNvSpPr/>
      </dsp:nvSpPr>
      <dsp:spPr>
        <a:xfrm>
          <a:off x="0" y="507"/>
          <a:ext cx="11602186" cy="118754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CD6F7C-AE49-4019-A28A-5ACBD822B35E}">
      <dsp:nvSpPr>
        <dsp:cNvPr id="0" name=""/>
        <dsp:cNvSpPr/>
      </dsp:nvSpPr>
      <dsp:spPr>
        <a:xfrm>
          <a:off x="359233" y="267705"/>
          <a:ext cx="653150" cy="6531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BC0C196-74B5-4EF3-8CC6-2287488FA486}">
      <dsp:nvSpPr>
        <dsp:cNvPr id="0" name=""/>
        <dsp:cNvSpPr/>
      </dsp:nvSpPr>
      <dsp:spPr>
        <a:xfrm>
          <a:off x="1371616" y="507"/>
          <a:ext cx="5220983" cy="11875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682" tIns="125682" rIns="125682" bIns="125682" numCol="1" spcCol="1270" anchor="ctr" anchorCtr="0">
          <a:noAutofit/>
        </a:bodyPr>
        <a:lstStyle/>
        <a:p>
          <a:pPr marL="0" lvl="0" indent="0" algn="l" defTabSz="1111250">
            <a:lnSpc>
              <a:spcPct val="100000"/>
            </a:lnSpc>
            <a:spcBef>
              <a:spcPct val="0"/>
            </a:spcBef>
            <a:spcAft>
              <a:spcPct val="35000"/>
            </a:spcAft>
            <a:buNone/>
          </a:pPr>
          <a:r>
            <a:rPr lang="en-US" sz="2500" b="1" kern="1200" dirty="0"/>
            <a:t>Product Owner</a:t>
          </a:r>
          <a:endParaRPr lang="en-US" sz="2500" kern="1200" dirty="0"/>
        </a:p>
      </dsp:txBody>
      <dsp:txXfrm>
        <a:off x="1371616" y="507"/>
        <a:ext cx="5220983" cy="1187547"/>
      </dsp:txXfrm>
    </dsp:sp>
    <dsp:sp modelId="{7647F1C5-BEF2-442A-A308-A35A8E2E7503}">
      <dsp:nvSpPr>
        <dsp:cNvPr id="0" name=""/>
        <dsp:cNvSpPr/>
      </dsp:nvSpPr>
      <dsp:spPr>
        <a:xfrm>
          <a:off x="6592600" y="507"/>
          <a:ext cx="5009585" cy="11875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682" tIns="125682" rIns="125682" bIns="125682" numCol="1" spcCol="1270" anchor="ctr" anchorCtr="0">
          <a:noAutofit/>
        </a:bodyPr>
        <a:lstStyle/>
        <a:p>
          <a:pPr marL="0" lvl="0" indent="0" algn="l" defTabSz="622300">
            <a:lnSpc>
              <a:spcPct val="100000"/>
            </a:lnSpc>
            <a:spcBef>
              <a:spcPct val="0"/>
            </a:spcBef>
            <a:spcAft>
              <a:spcPct val="35000"/>
            </a:spcAft>
            <a:buNone/>
          </a:pPr>
          <a:r>
            <a:rPr lang="en-US" sz="1400" kern="1200" dirty="0"/>
            <a:t>Represents the customer and product vision</a:t>
          </a:r>
        </a:p>
        <a:p>
          <a:pPr marL="0" lvl="0" indent="0" algn="l" defTabSz="622300">
            <a:lnSpc>
              <a:spcPct val="100000"/>
            </a:lnSpc>
            <a:spcBef>
              <a:spcPct val="0"/>
            </a:spcBef>
            <a:spcAft>
              <a:spcPct val="35000"/>
            </a:spcAft>
            <a:buNone/>
          </a:pPr>
          <a:r>
            <a:rPr lang="en-US" sz="1400" kern="1200"/>
            <a:t>Prioritizes the Product Backlog</a:t>
          </a:r>
        </a:p>
        <a:p>
          <a:pPr marL="0" lvl="0" indent="0" algn="l" defTabSz="622300">
            <a:lnSpc>
              <a:spcPct val="100000"/>
            </a:lnSpc>
            <a:spcBef>
              <a:spcPct val="0"/>
            </a:spcBef>
            <a:spcAft>
              <a:spcPct val="35000"/>
            </a:spcAft>
            <a:buNone/>
          </a:pPr>
          <a:r>
            <a:rPr lang="en-US" sz="1400" kern="1200"/>
            <a:t>Keeps the team focused on delivering value</a:t>
          </a:r>
        </a:p>
      </dsp:txBody>
      <dsp:txXfrm>
        <a:off x="6592600" y="507"/>
        <a:ext cx="5009585" cy="1187547"/>
      </dsp:txXfrm>
    </dsp:sp>
    <dsp:sp modelId="{3A7EA3F6-9187-4DF7-A654-8AA2125B284B}">
      <dsp:nvSpPr>
        <dsp:cNvPr id="0" name=""/>
        <dsp:cNvSpPr/>
      </dsp:nvSpPr>
      <dsp:spPr>
        <a:xfrm>
          <a:off x="0" y="1484941"/>
          <a:ext cx="11602186" cy="118754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48E623-A9EA-4857-9E43-C2B1639D5BB5}">
      <dsp:nvSpPr>
        <dsp:cNvPr id="0" name=""/>
        <dsp:cNvSpPr/>
      </dsp:nvSpPr>
      <dsp:spPr>
        <a:xfrm>
          <a:off x="359233" y="1752139"/>
          <a:ext cx="653150" cy="6531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52E892B-9ADF-4BD8-8F43-3074AA0AA025}">
      <dsp:nvSpPr>
        <dsp:cNvPr id="0" name=""/>
        <dsp:cNvSpPr/>
      </dsp:nvSpPr>
      <dsp:spPr>
        <a:xfrm>
          <a:off x="1371616" y="1484941"/>
          <a:ext cx="5220983" cy="11875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682" tIns="125682" rIns="125682" bIns="125682" numCol="1" spcCol="1270" anchor="ctr" anchorCtr="0">
          <a:noAutofit/>
        </a:bodyPr>
        <a:lstStyle/>
        <a:p>
          <a:pPr marL="0" lvl="0" indent="0" algn="l" defTabSz="1111250">
            <a:lnSpc>
              <a:spcPct val="100000"/>
            </a:lnSpc>
            <a:spcBef>
              <a:spcPct val="0"/>
            </a:spcBef>
            <a:spcAft>
              <a:spcPct val="35000"/>
            </a:spcAft>
            <a:buNone/>
          </a:pPr>
          <a:r>
            <a:rPr lang="en-US" sz="2500" b="1" kern="1200"/>
            <a:t>Developers</a:t>
          </a:r>
          <a:endParaRPr lang="en-US" sz="2500" kern="1200" dirty="0"/>
        </a:p>
      </dsp:txBody>
      <dsp:txXfrm>
        <a:off x="1371616" y="1484941"/>
        <a:ext cx="5220983" cy="1187547"/>
      </dsp:txXfrm>
    </dsp:sp>
    <dsp:sp modelId="{8198A147-8D8D-485A-92D8-A186272EE37C}">
      <dsp:nvSpPr>
        <dsp:cNvPr id="0" name=""/>
        <dsp:cNvSpPr/>
      </dsp:nvSpPr>
      <dsp:spPr>
        <a:xfrm>
          <a:off x="6592600" y="1484941"/>
          <a:ext cx="5009585" cy="11875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682" tIns="125682" rIns="125682" bIns="125682" numCol="1" spcCol="1270" anchor="ctr" anchorCtr="0">
          <a:noAutofit/>
        </a:bodyPr>
        <a:lstStyle/>
        <a:p>
          <a:pPr marL="0" lvl="0" indent="0" algn="l" defTabSz="622300">
            <a:lnSpc>
              <a:spcPct val="100000"/>
            </a:lnSpc>
            <a:spcBef>
              <a:spcPct val="0"/>
            </a:spcBef>
            <a:spcAft>
              <a:spcPct val="35000"/>
            </a:spcAft>
            <a:buNone/>
          </a:pPr>
          <a:r>
            <a:rPr lang="en-US" sz="1400" kern="1200"/>
            <a:t>Turn Product Backlog items into working software</a:t>
          </a:r>
        </a:p>
        <a:p>
          <a:pPr marL="0" lvl="0" indent="0" algn="l" defTabSz="622300">
            <a:lnSpc>
              <a:spcPct val="100000"/>
            </a:lnSpc>
            <a:spcBef>
              <a:spcPct val="0"/>
            </a:spcBef>
            <a:spcAft>
              <a:spcPct val="35000"/>
            </a:spcAft>
            <a:buNone/>
          </a:pPr>
          <a:r>
            <a:rPr lang="en-US" sz="1400" kern="1200"/>
            <a:t>Design, build, and test each increment</a:t>
          </a:r>
        </a:p>
        <a:p>
          <a:pPr marL="0" lvl="0" indent="0" algn="l" defTabSz="622300">
            <a:lnSpc>
              <a:spcPct val="100000"/>
            </a:lnSpc>
            <a:spcBef>
              <a:spcPct val="0"/>
            </a:spcBef>
            <a:spcAft>
              <a:spcPct val="35000"/>
            </a:spcAft>
            <a:buNone/>
          </a:pPr>
          <a:r>
            <a:rPr lang="en-US" sz="1400" kern="1200"/>
            <a:t>Adapt their work as requirements change</a:t>
          </a:r>
        </a:p>
      </dsp:txBody>
      <dsp:txXfrm>
        <a:off x="6592600" y="1484941"/>
        <a:ext cx="5009585" cy="1187547"/>
      </dsp:txXfrm>
    </dsp:sp>
    <dsp:sp modelId="{91D8797B-4426-4179-A873-5A44E433A863}">
      <dsp:nvSpPr>
        <dsp:cNvPr id="0" name=""/>
        <dsp:cNvSpPr/>
      </dsp:nvSpPr>
      <dsp:spPr>
        <a:xfrm>
          <a:off x="0" y="2969375"/>
          <a:ext cx="11602186" cy="1187547"/>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99BEE9-1E4F-42E2-B3DA-302AC45B1A51}">
      <dsp:nvSpPr>
        <dsp:cNvPr id="0" name=""/>
        <dsp:cNvSpPr/>
      </dsp:nvSpPr>
      <dsp:spPr>
        <a:xfrm>
          <a:off x="359233" y="3236573"/>
          <a:ext cx="653150" cy="6531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204F687-D710-4087-BF62-F43DA3FE2A9C}">
      <dsp:nvSpPr>
        <dsp:cNvPr id="0" name=""/>
        <dsp:cNvSpPr/>
      </dsp:nvSpPr>
      <dsp:spPr>
        <a:xfrm>
          <a:off x="1371616" y="2969375"/>
          <a:ext cx="5220983" cy="11875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682" tIns="125682" rIns="125682" bIns="125682" numCol="1" spcCol="1270" anchor="ctr" anchorCtr="0">
          <a:noAutofit/>
        </a:bodyPr>
        <a:lstStyle/>
        <a:p>
          <a:pPr marL="0" lvl="0" indent="0" algn="l" defTabSz="1111250">
            <a:lnSpc>
              <a:spcPct val="100000"/>
            </a:lnSpc>
            <a:spcBef>
              <a:spcPct val="0"/>
            </a:spcBef>
            <a:spcAft>
              <a:spcPct val="35000"/>
            </a:spcAft>
            <a:buNone/>
          </a:pPr>
          <a:r>
            <a:rPr lang="en-US" sz="2500" b="1" kern="1200" dirty="0"/>
            <a:t>Scrum Master</a:t>
          </a:r>
          <a:endParaRPr lang="en-US" sz="2500" kern="1200" dirty="0"/>
        </a:p>
      </dsp:txBody>
      <dsp:txXfrm>
        <a:off x="1371616" y="2969375"/>
        <a:ext cx="5220983" cy="1187547"/>
      </dsp:txXfrm>
    </dsp:sp>
    <dsp:sp modelId="{BC80A2BB-68AE-4D36-A093-3DBD3A45742E}">
      <dsp:nvSpPr>
        <dsp:cNvPr id="0" name=""/>
        <dsp:cNvSpPr/>
      </dsp:nvSpPr>
      <dsp:spPr>
        <a:xfrm>
          <a:off x="6592600" y="2969375"/>
          <a:ext cx="5009585" cy="11875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682" tIns="125682" rIns="125682" bIns="125682" numCol="1" spcCol="1270" anchor="ctr" anchorCtr="0">
          <a:noAutofit/>
        </a:bodyPr>
        <a:lstStyle/>
        <a:p>
          <a:pPr marL="0" lvl="0" indent="0" algn="l" defTabSz="622300">
            <a:lnSpc>
              <a:spcPct val="100000"/>
            </a:lnSpc>
            <a:spcBef>
              <a:spcPct val="0"/>
            </a:spcBef>
            <a:spcAft>
              <a:spcPct val="35000"/>
            </a:spcAft>
            <a:buNone/>
          </a:pPr>
          <a:r>
            <a:rPr lang="en-US" sz="1400" kern="1200"/>
            <a:t>Supports the team in using Scrum effectively</a:t>
          </a:r>
        </a:p>
        <a:p>
          <a:pPr marL="0" lvl="0" indent="0" algn="l" defTabSz="622300">
            <a:lnSpc>
              <a:spcPct val="100000"/>
            </a:lnSpc>
            <a:spcBef>
              <a:spcPct val="0"/>
            </a:spcBef>
            <a:spcAft>
              <a:spcPct val="35000"/>
            </a:spcAft>
            <a:buNone/>
          </a:pPr>
          <a:r>
            <a:rPr lang="en-US" sz="1400" kern="1200"/>
            <a:t>Helps remove roadblocks</a:t>
          </a:r>
        </a:p>
        <a:p>
          <a:pPr marL="0" lvl="0" indent="0" algn="l" defTabSz="622300">
            <a:lnSpc>
              <a:spcPct val="100000"/>
            </a:lnSpc>
            <a:spcBef>
              <a:spcPct val="0"/>
            </a:spcBef>
            <a:spcAft>
              <a:spcPct val="35000"/>
            </a:spcAft>
            <a:buNone/>
          </a:pPr>
          <a:r>
            <a:rPr lang="en-US" sz="1400" kern="1200"/>
            <a:t>Encourages communication and continuous improvement</a:t>
          </a:r>
        </a:p>
      </dsp:txBody>
      <dsp:txXfrm>
        <a:off x="6592600" y="2969375"/>
        <a:ext cx="5009585" cy="11875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0AE673-3DFE-4160-B9A5-BC7DEB5187B2}">
      <dsp:nvSpPr>
        <dsp:cNvPr id="0" name=""/>
        <dsp:cNvSpPr/>
      </dsp:nvSpPr>
      <dsp:spPr>
        <a:xfrm>
          <a:off x="84510" y="211723"/>
          <a:ext cx="1513610" cy="1513610"/>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71B24F-DBC6-43ED-89FF-C147496F8D25}">
      <dsp:nvSpPr>
        <dsp:cNvPr id="0" name=""/>
        <dsp:cNvSpPr/>
      </dsp:nvSpPr>
      <dsp:spPr>
        <a:xfrm>
          <a:off x="402369" y="529581"/>
          <a:ext cx="877894" cy="8778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3F78CED-898B-44EC-91C2-818352AD1E51}">
      <dsp:nvSpPr>
        <dsp:cNvPr id="0" name=""/>
        <dsp:cNvSpPr/>
      </dsp:nvSpPr>
      <dsp:spPr>
        <a:xfrm>
          <a:off x="1922466" y="211723"/>
          <a:ext cx="3567795" cy="1513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b="1" kern="1200"/>
            <a:t>Original Direction - </a:t>
          </a:r>
          <a:r>
            <a:rPr lang="en-US" sz="2100" kern="1200"/>
            <a:t>Traditional travel application</a:t>
          </a:r>
        </a:p>
      </dsp:txBody>
      <dsp:txXfrm>
        <a:off x="1922466" y="211723"/>
        <a:ext cx="3567795" cy="1513610"/>
      </dsp:txXfrm>
    </dsp:sp>
    <dsp:sp modelId="{B70A62F7-328A-48FE-A02E-51C5347FB323}">
      <dsp:nvSpPr>
        <dsp:cNvPr id="0" name=""/>
        <dsp:cNvSpPr/>
      </dsp:nvSpPr>
      <dsp:spPr>
        <a:xfrm>
          <a:off x="6111923" y="211723"/>
          <a:ext cx="1513610" cy="1513610"/>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1540B1-5A94-4DFF-9C95-A0E92D267DAB}">
      <dsp:nvSpPr>
        <dsp:cNvPr id="0" name=""/>
        <dsp:cNvSpPr/>
      </dsp:nvSpPr>
      <dsp:spPr>
        <a:xfrm>
          <a:off x="6429781" y="529581"/>
          <a:ext cx="877894" cy="8778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C851BF0-57E9-4594-A58C-FACEFCAF7ED5}">
      <dsp:nvSpPr>
        <dsp:cNvPr id="0" name=""/>
        <dsp:cNvSpPr/>
      </dsp:nvSpPr>
      <dsp:spPr>
        <a:xfrm>
          <a:off x="7949879" y="211723"/>
          <a:ext cx="3567795" cy="1513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b="1" kern="1200"/>
            <a:t>Customer Change - </a:t>
          </a:r>
          <a:r>
            <a:rPr lang="en-US" sz="2100" kern="1200"/>
            <a:t>Shift toward wellness and detox travel</a:t>
          </a:r>
        </a:p>
      </dsp:txBody>
      <dsp:txXfrm>
        <a:off x="7949879" y="211723"/>
        <a:ext cx="3567795" cy="1513610"/>
      </dsp:txXfrm>
    </dsp:sp>
    <dsp:sp modelId="{F1B5F486-664B-4942-BA1D-1C8F85EFFEE2}">
      <dsp:nvSpPr>
        <dsp:cNvPr id="0" name=""/>
        <dsp:cNvSpPr/>
      </dsp:nvSpPr>
      <dsp:spPr>
        <a:xfrm>
          <a:off x="84510" y="2432096"/>
          <a:ext cx="1513610" cy="1513610"/>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962991-7C4F-4AB5-A19E-248C7699D0D1}">
      <dsp:nvSpPr>
        <dsp:cNvPr id="0" name=""/>
        <dsp:cNvSpPr/>
      </dsp:nvSpPr>
      <dsp:spPr>
        <a:xfrm>
          <a:off x="402369" y="2749954"/>
          <a:ext cx="877894" cy="8778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682DA7-DE9A-4D74-BB68-96DF88861E47}">
      <dsp:nvSpPr>
        <dsp:cNvPr id="0" name=""/>
        <dsp:cNvSpPr/>
      </dsp:nvSpPr>
      <dsp:spPr>
        <a:xfrm>
          <a:off x="1922466" y="2432096"/>
          <a:ext cx="3567795" cy="1513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b="1" kern="1200" dirty="0"/>
            <a:t>Scrum Response - </a:t>
          </a:r>
          <a:r>
            <a:rPr lang="en-US" sz="2100" kern="1200" dirty="0"/>
            <a:t>Reprioritize the backlog</a:t>
          </a:r>
          <a:br>
            <a:rPr lang="en-US" sz="2100" kern="1200" dirty="0"/>
          </a:br>
          <a:r>
            <a:rPr lang="en-US" sz="2100" kern="1200" dirty="0"/>
            <a:t>Preserve useful development</a:t>
          </a:r>
          <a:br>
            <a:rPr lang="en-US" sz="2100" kern="1200" dirty="0"/>
          </a:br>
          <a:r>
            <a:rPr lang="en-US" sz="2100" kern="1200" dirty="0"/>
            <a:t>Adapt the next increment</a:t>
          </a:r>
        </a:p>
      </dsp:txBody>
      <dsp:txXfrm>
        <a:off x="1922466" y="2432096"/>
        <a:ext cx="3567795" cy="1513610"/>
      </dsp:txXfrm>
    </dsp:sp>
    <dsp:sp modelId="{D8EA5F02-D9E9-436A-92A1-EEBD52A8BBB7}">
      <dsp:nvSpPr>
        <dsp:cNvPr id="0" name=""/>
        <dsp:cNvSpPr/>
      </dsp:nvSpPr>
      <dsp:spPr>
        <a:xfrm>
          <a:off x="6111923" y="2432096"/>
          <a:ext cx="1513610" cy="1513610"/>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89E430-CD41-43E4-AAFD-135C70812585}">
      <dsp:nvSpPr>
        <dsp:cNvPr id="0" name=""/>
        <dsp:cNvSpPr/>
      </dsp:nvSpPr>
      <dsp:spPr>
        <a:xfrm>
          <a:off x="6429781" y="2749954"/>
          <a:ext cx="877894" cy="8778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8EBC1A-24C5-4252-8FDF-17302969318D}">
      <dsp:nvSpPr>
        <dsp:cNvPr id="0" name=""/>
        <dsp:cNvSpPr/>
      </dsp:nvSpPr>
      <dsp:spPr>
        <a:xfrm>
          <a:off x="7949879" y="2432096"/>
          <a:ext cx="3567795" cy="1513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b="1" kern="1200"/>
            <a:t>Result - </a:t>
          </a:r>
          <a:r>
            <a:rPr lang="en-US" sz="2100" kern="1200"/>
            <a:t>The project changed direction without starting over.</a:t>
          </a:r>
        </a:p>
      </dsp:txBody>
      <dsp:txXfrm>
        <a:off x="7949879" y="2432096"/>
        <a:ext cx="3567795" cy="15136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B2EEA9-FD00-40BB-8060-01FFA25E705B}">
      <dsp:nvSpPr>
        <dsp:cNvPr id="0" name=""/>
        <dsp:cNvSpPr/>
      </dsp:nvSpPr>
      <dsp:spPr>
        <a:xfrm>
          <a:off x="0" y="675582"/>
          <a:ext cx="11602186" cy="124722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A7D50E-4648-49BD-A454-E286B3A4D10A}">
      <dsp:nvSpPr>
        <dsp:cNvPr id="0" name=""/>
        <dsp:cNvSpPr/>
      </dsp:nvSpPr>
      <dsp:spPr>
        <a:xfrm>
          <a:off x="377286" y="956208"/>
          <a:ext cx="685975" cy="6859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D9AF92D-4828-4571-BB24-2900C06CB232}">
      <dsp:nvSpPr>
        <dsp:cNvPr id="0" name=""/>
        <dsp:cNvSpPr/>
      </dsp:nvSpPr>
      <dsp:spPr>
        <a:xfrm>
          <a:off x="1440549" y="675582"/>
          <a:ext cx="10161636" cy="12472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998" tIns="131998" rIns="131998" bIns="131998" numCol="1" spcCol="1270" anchor="ctr" anchorCtr="0">
          <a:noAutofit/>
        </a:bodyPr>
        <a:lstStyle/>
        <a:p>
          <a:pPr marL="0" lvl="0" indent="0" algn="l" defTabSz="711200">
            <a:lnSpc>
              <a:spcPct val="100000"/>
            </a:lnSpc>
            <a:spcBef>
              <a:spcPct val="0"/>
            </a:spcBef>
            <a:spcAft>
              <a:spcPct val="35000"/>
            </a:spcAft>
            <a:buNone/>
          </a:pPr>
          <a:r>
            <a:rPr lang="en-US" sz="1600" b="1" kern="1200" dirty="0"/>
            <a:t>Scrum-Agile fits when:</a:t>
          </a:r>
          <a:br>
            <a:rPr lang="en-US" sz="1600" kern="1200" dirty="0"/>
          </a:br>
          <a:r>
            <a:rPr lang="en-US" sz="1600" kern="1200" dirty="0"/>
            <a:t>Requirements may change</a:t>
          </a:r>
          <a:br>
            <a:rPr lang="en-US" sz="1600" kern="1200" dirty="0"/>
          </a:br>
          <a:r>
            <a:rPr lang="en-US" sz="1600" kern="1200" dirty="0"/>
            <a:t>Customer feedback is important</a:t>
          </a:r>
          <a:br>
            <a:rPr lang="en-US" sz="1600" kern="1200" dirty="0"/>
          </a:br>
          <a:r>
            <a:rPr lang="en-US" sz="1600" kern="1200" dirty="0"/>
            <a:t>Teams can collaborate frequently</a:t>
          </a:r>
        </a:p>
      </dsp:txBody>
      <dsp:txXfrm>
        <a:off x="1440549" y="675582"/>
        <a:ext cx="10161636" cy="1247229"/>
      </dsp:txXfrm>
    </dsp:sp>
    <dsp:sp modelId="{8D5A0D12-77B2-47AB-9F88-F3FE8ED1643A}">
      <dsp:nvSpPr>
        <dsp:cNvPr id="0" name=""/>
        <dsp:cNvSpPr/>
      </dsp:nvSpPr>
      <dsp:spPr>
        <a:xfrm>
          <a:off x="0" y="2234618"/>
          <a:ext cx="11602186" cy="124722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939753-5162-444E-B0F4-8E6C0EDBC57B}">
      <dsp:nvSpPr>
        <dsp:cNvPr id="0" name=""/>
        <dsp:cNvSpPr/>
      </dsp:nvSpPr>
      <dsp:spPr>
        <a:xfrm>
          <a:off x="377286" y="2515245"/>
          <a:ext cx="685975" cy="6859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C5BB2C1-086A-4AEF-858B-939C8124F297}">
      <dsp:nvSpPr>
        <dsp:cNvPr id="0" name=""/>
        <dsp:cNvSpPr/>
      </dsp:nvSpPr>
      <dsp:spPr>
        <a:xfrm>
          <a:off x="1440549" y="2234618"/>
          <a:ext cx="10161636" cy="12472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998" tIns="131998" rIns="131998" bIns="131998" numCol="1" spcCol="1270" anchor="ctr" anchorCtr="0">
          <a:noAutofit/>
        </a:bodyPr>
        <a:lstStyle/>
        <a:p>
          <a:pPr marL="0" lvl="0" indent="0" algn="l" defTabSz="711200">
            <a:lnSpc>
              <a:spcPct val="100000"/>
            </a:lnSpc>
            <a:spcBef>
              <a:spcPct val="0"/>
            </a:spcBef>
            <a:spcAft>
              <a:spcPct val="35000"/>
            </a:spcAft>
            <a:buNone/>
          </a:pPr>
          <a:r>
            <a:rPr lang="en-US" sz="1600" b="1" kern="1200" dirty="0"/>
            <a:t>Waterfall fits when:</a:t>
          </a:r>
          <a:br>
            <a:rPr lang="en-US" sz="1600" kern="1200" dirty="0"/>
          </a:br>
          <a:r>
            <a:rPr lang="en-US" sz="1600" kern="1200" dirty="0"/>
            <a:t>Requirements are stable and well-defined</a:t>
          </a:r>
          <a:br>
            <a:rPr lang="en-US" sz="1600" kern="1200" dirty="0"/>
          </a:br>
          <a:r>
            <a:rPr lang="en-US" sz="1600" kern="1200" dirty="0"/>
            <a:t>Strict documentation or regulatory controls matter</a:t>
          </a:r>
          <a:br>
            <a:rPr lang="en-US" sz="1600" kern="1200" dirty="0"/>
          </a:br>
          <a:r>
            <a:rPr lang="en-US" sz="1600" kern="1200" dirty="0"/>
            <a:t>Scope, schedule, and deliverables need to be established early</a:t>
          </a:r>
        </a:p>
      </dsp:txBody>
      <dsp:txXfrm>
        <a:off x="1440549" y="2234618"/>
        <a:ext cx="10161636" cy="124722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36899A-7899-1B4A-8F57-B8BC7F62BDAC}" type="datetimeFigureOut">
              <a:rPr lang="en-US" smtClean="0"/>
              <a:t>8/15/2026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1264F0-1DD8-6843-8F91-6A77B6242149}" type="slidenum">
              <a:rPr lang="en-US" smtClean="0"/>
              <a:t>‹#›</a:t>
            </a:fld>
            <a:endParaRPr lang="en-US"/>
          </a:p>
        </p:txBody>
      </p:sp>
    </p:spTree>
    <p:extLst>
      <p:ext uri="{BB962C8B-B14F-4D97-AF65-F5344CB8AC3E}">
        <p14:creationId xmlns:p14="http://schemas.microsoft.com/office/powerpoint/2010/main" val="632047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81"/>
            <a:ext cx="12192000" cy="3828288"/>
          </a:xfrm>
          <a:prstGeom prst="rect">
            <a:avLst/>
          </a:prstGeom>
        </p:spPr>
      </p:pic>
      <p:sp>
        <p:nvSpPr>
          <p:cNvPr id="10" name="Rectangle 9"/>
          <p:cNvSpPr/>
          <p:nvPr userDrawn="1"/>
        </p:nvSpPr>
        <p:spPr>
          <a:xfrm>
            <a:off x="0" y="3759200"/>
            <a:ext cx="12192000" cy="3098799"/>
          </a:xfrm>
          <a:prstGeom prst="rect">
            <a:avLst/>
          </a:prstGeom>
          <a:solidFill>
            <a:srgbClr val="0A33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712744" y="4160837"/>
            <a:ext cx="7153276" cy="1452562"/>
          </a:xfrm>
        </p:spPr>
        <p:txBody>
          <a:bodyPr anchor="ctr">
            <a:noAutofit/>
          </a:bodyPr>
          <a:lstStyle>
            <a:lvl1pPr algn="l">
              <a:defRPr sz="4000">
                <a:solidFill>
                  <a:schemeClr val="bg1"/>
                </a:solidFill>
                <a:latin typeface="Arial Narrow" panose="020B0606020202030204" pitchFamily="34" charset="0"/>
              </a:defRPr>
            </a:lvl1pPr>
          </a:lstStyle>
          <a:p>
            <a:r>
              <a:rPr lang="en-US" dirty="0"/>
              <a:t>CLICK TO EDIT MASTER TITLE STYLE</a:t>
            </a:r>
          </a:p>
        </p:txBody>
      </p:sp>
      <p:sp>
        <p:nvSpPr>
          <p:cNvPr id="3" name="Subtitle 2"/>
          <p:cNvSpPr>
            <a:spLocks noGrp="1"/>
          </p:cNvSpPr>
          <p:nvPr>
            <p:ph type="subTitle" idx="1" hasCustomPrompt="1"/>
          </p:nvPr>
        </p:nvSpPr>
        <p:spPr>
          <a:xfrm>
            <a:off x="3712744" y="5749924"/>
            <a:ext cx="7153276" cy="695325"/>
          </a:xfrm>
        </p:spPr>
        <p:txBody>
          <a:bodyPr anchor="ctr"/>
          <a:lstStyle>
            <a:lvl1pPr marL="0" indent="0" algn="l">
              <a:buNone/>
              <a:defRPr sz="2400">
                <a:solidFill>
                  <a:srgbClr val="FDB913"/>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4" name="Rectangle 13"/>
          <p:cNvSpPr/>
          <p:nvPr userDrawn="1"/>
        </p:nvSpPr>
        <p:spPr>
          <a:xfrm>
            <a:off x="3223635" y="4160837"/>
            <a:ext cx="45719" cy="2284412"/>
          </a:xfrm>
          <a:prstGeom prst="rect">
            <a:avLst/>
          </a:prstGeom>
          <a:solidFill>
            <a:srgbClr val="FDB9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71718" y="4525926"/>
            <a:ext cx="2796335" cy="1635312"/>
          </a:xfrm>
          <a:prstGeom prst="rect">
            <a:avLst/>
          </a:prstGeom>
        </p:spPr>
      </p:pic>
    </p:spTree>
    <p:extLst>
      <p:ext uri="{BB962C8B-B14F-4D97-AF65-F5344CB8AC3E}">
        <p14:creationId xmlns:p14="http://schemas.microsoft.com/office/powerpoint/2010/main" val="440026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81"/>
            <a:ext cx="12192000" cy="3828288"/>
          </a:xfrm>
          <a:prstGeom prst="rect">
            <a:avLst/>
          </a:prstGeom>
        </p:spPr>
      </p:pic>
      <p:sp>
        <p:nvSpPr>
          <p:cNvPr id="7" name="Rectangle 6"/>
          <p:cNvSpPr/>
          <p:nvPr userDrawn="1"/>
        </p:nvSpPr>
        <p:spPr>
          <a:xfrm>
            <a:off x="0" y="3759200"/>
            <a:ext cx="12192000" cy="3098799"/>
          </a:xfrm>
          <a:prstGeom prst="rect">
            <a:avLst/>
          </a:prstGeom>
          <a:solidFill>
            <a:srgbClr val="0A33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ctrTitle" hasCustomPrompt="1"/>
          </p:nvPr>
        </p:nvSpPr>
        <p:spPr>
          <a:xfrm>
            <a:off x="3712744" y="4160837"/>
            <a:ext cx="7153276" cy="1452562"/>
          </a:xfrm>
        </p:spPr>
        <p:txBody>
          <a:bodyPr anchor="ctr">
            <a:noAutofit/>
          </a:bodyPr>
          <a:lstStyle>
            <a:lvl1pPr algn="l">
              <a:defRPr sz="4000">
                <a:solidFill>
                  <a:schemeClr val="bg1"/>
                </a:solidFill>
                <a:latin typeface="Arial Narrow" panose="020B0606020202030204" pitchFamily="34" charset="0"/>
              </a:defRPr>
            </a:lvl1pPr>
          </a:lstStyle>
          <a:p>
            <a:r>
              <a:rPr lang="en-US" dirty="0"/>
              <a:t>CLICK TO EDIT MASTER TITLE STYLE</a:t>
            </a:r>
          </a:p>
        </p:txBody>
      </p:sp>
      <p:sp>
        <p:nvSpPr>
          <p:cNvPr id="9" name="Subtitle 2"/>
          <p:cNvSpPr>
            <a:spLocks noGrp="1"/>
          </p:cNvSpPr>
          <p:nvPr>
            <p:ph type="subTitle" idx="1" hasCustomPrompt="1"/>
          </p:nvPr>
        </p:nvSpPr>
        <p:spPr>
          <a:xfrm>
            <a:off x="3712744" y="5749924"/>
            <a:ext cx="7153276" cy="695325"/>
          </a:xfrm>
        </p:spPr>
        <p:txBody>
          <a:bodyPr anchor="ctr"/>
          <a:lstStyle>
            <a:lvl1pPr marL="0" indent="0" algn="l">
              <a:buNone/>
              <a:defRPr sz="2400">
                <a:solidFill>
                  <a:srgbClr val="FDB913"/>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Rectangle 9"/>
          <p:cNvSpPr/>
          <p:nvPr userDrawn="1"/>
        </p:nvSpPr>
        <p:spPr>
          <a:xfrm>
            <a:off x="3223635" y="4160837"/>
            <a:ext cx="45719" cy="2284412"/>
          </a:xfrm>
          <a:prstGeom prst="rect">
            <a:avLst/>
          </a:prstGeom>
          <a:solidFill>
            <a:srgbClr val="FDB9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userDrawn="1"/>
        </p:nvPicPr>
        <p:blipFill rotWithShape="1">
          <a:blip r:embed="rId3" cstate="print">
            <a:extLst>
              <a:ext uri="{28A0092B-C50C-407E-A947-70E740481C1C}">
                <a14:useLocalDpi xmlns:a14="http://schemas.microsoft.com/office/drawing/2010/main" val="0"/>
              </a:ext>
            </a:extLst>
          </a:blip>
          <a:srcRect l="17264" t="20680" r="16692" b="19770"/>
          <a:stretch/>
        </p:blipFill>
        <p:spPr>
          <a:xfrm>
            <a:off x="850050" y="4564225"/>
            <a:ext cx="1523536" cy="1049174"/>
          </a:xfrm>
          <a:prstGeom prst="rect">
            <a:avLst/>
          </a:prstGeom>
        </p:spPr>
      </p:pic>
    </p:spTree>
    <p:extLst>
      <p:ext uri="{BB962C8B-B14F-4D97-AF65-F5344CB8AC3E}">
        <p14:creationId xmlns:p14="http://schemas.microsoft.com/office/powerpoint/2010/main" val="3023514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51548" y="0"/>
            <a:ext cx="6124575" cy="6858000"/>
          </a:xfrm>
          <a:prstGeom prst="rect">
            <a:avLst/>
          </a:prstGeom>
        </p:spPr>
      </p:pic>
      <p:sp>
        <p:nvSpPr>
          <p:cNvPr id="7" name="Rectangle 6"/>
          <p:cNvSpPr/>
          <p:nvPr userDrawn="1"/>
        </p:nvSpPr>
        <p:spPr>
          <a:xfrm>
            <a:off x="0" y="0"/>
            <a:ext cx="6096000" cy="6857999"/>
          </a:xfrm>
          <a:prstGeom prst="rect">
            <a:avLst/>
          </a:prstGeom>
          <a:solidFill>
            <a:srgbClr val="0A33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33021" y="331731"/>
            <a:ext cx="3026947" cy="1770174"/>
          </a:xfrm>
          <a:prstGeom prst="rect">
            <a:avLst/>
          </a:prstGeom>
        </p:spPr>
      </p:pic>
      <p:sp>
        <p:nvSpPr>
          <p:cNvPr id="8" name="Rectangle 7"/>
          <p:cNvSpPr/>
          <p:nvPr userDrawn="1"/>
        </p:nvSpPr>
        <p:spPr>
          <a:xfrm>
            <a:off x="6051548" y="-2"/>
            <a:ext cx="45719" cy="6858001"/>
          </a:xfrm>
          <a:prstGeom prst="rect">
            <a:avLst/>
          </a:prstGeom>
          <a:solidFill>
            <a:srgbClr val="FDB9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a:spLocks noGrp="1"/>
          </p:cNvSpPr>
          <p:nvPr>
            <p:ph type="ctrTitle" hasCustomPrompt="1"/>
          </p:nvPr>
        </p:nvSpPr>
        <p:spPr>
          <a:xfrm>
            <a:off x="260349" y="2433637"/>
            <a:ext cx="5530851" cy="1452562"/>
          </a:xfrm>
        </p:spPr>
        <p:txBody>
          <a:bodyPr anchor="ctr">
            <a:noAutofit/>
          </a:bodyPr>
          <a:lstStyle>
            <a:lvl1pPr algn="l">
              <a:defRPr sz="4000">
                <a:solidFill>
                  <a:schemeClr val="bg1"/>
                </a:solidFill>
                <a:latin typeface="Arial Narrow" panose="020B0606020202030204" pitchFamily="34" charset="0"/>
              </a:defRPr>
            </a:lvl1pPr>
          </a:lstStyle>
          <a:p>
            <a:r>
              <a:rPr lang="en-US" dirty="0"/>
              <a:t>CLICK TO EDIT MASTER TITLE STYLE</a:t>
            </a:r>
          </a:p>
        </p:txBody>
      </p:sp>
      <p:sp>
        <p:nvSpPr>
          <p:cNvPr id="10" name="Subtitle 2"/>
          <p:cNvSpPr>
            <a:spLocks noGrp="1"/>
          </p:cNvSpPr>
          <p:nvPr>
            <p:ph type="subTitle" idx="1" hasCustomPrompt="1"/>
          </p:nvPr>
        </p:nvSpPr>
        <p:spPr>
          <a:xfrm>
            <a:off x="260349" y="4479924"/>
            <a:ext cx="5530851" cy="695325"/>
          </a:xfrm>
        </p:spPr>
        <p:txBody>
          <a:bodyPr anchor="ctr"/>
          <a:lstStyle>
            <a:lvl1pPr marL="0" indent="0" algn="l">
              <a:buNone/>
              <a:defRPr sz="2400">
                <a:solidFill>
                  <a:srgbClr val="FDB913"/>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684104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38850" y="0"/>
            <a:ext cx="6153150" cy="6858000"/>
          </a:xfrm>
          <a:prstGeom prst="rect">
            <a:avLst/>
          </a:prstGeom>
        </p:spPr>
      </p:pic>
      <p:sp>
        <p:nvSpPr>
          <p:cNvPr id="11" name="Rectangle 10"/>
          <p:cNvSpPr/>
          <p:nvPr userDrawn="1"/>
        </p:nvSpPr>
        <p:spPr>
          <a:xfrm>
            <a:off x="0" y="0"/>
            <a:ext cx="6096000" cy="6857999"/>
          </a:xfrm>
          <a:prstGeom prst="rect">
            <a:avLst/>
          </a:prstGeom>
          <a:solidFill>
            <a:srgbClr val="0A33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6051548" y="-2"/>
            <a:ext cx="45719" cy="6858001"/>
          </a:xfrm>
          <a:prstGeom prst="rect">
            <a:avLst/>
          </a:prstGeom>
          <a:solidFill>
            <a:srgbClr val="FDB9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rotWithShape="1">
          <a:blip r:embed="rId3" cstate="print">
            <a:extLst>
              <a:ext uri="{28A0092B-C50C-407E-A947-70E740481C1C}">
                <a14:useLocalDpi xmlns:a14="http://schemas.microsoft.com/office/drawing/2010/main" val="0"/>
              </a:ext>
            </a:extLst>
          </a:blip>
          <a:srcRect l="17264" t="20680" r="16692" b="19770"/>
          <a:stretch/>
        </p:blipFill>
        <p:spPr>
          <a:xfrm>
            <a:off x="2257657" y="529390"/>
            <a:ext cx="1523536" cy="1049174"/>
          </a:xfrm>
          <a:prstGeom prst="rect">
            <a:avLst/>
          </a:prstGeom>
        </p:spPr>
      </p:pic>
      <p:sp>
        <p:nvSpPr>
          <p:cNvPr id="9" name="Title 1"/>
          <p:cNvSpPr>
            <a:spLocks noGrp="1"/>
          </p:cNvSpPr>
          <p:nvPr>
            <p:ph type="ctrTitle" hasCustomPrompt="1"/>
          </p:nvPr>
        </p:nvSpPr>
        <p:spPr>
          <a:xfrm>
            <a:off x="260349" y="2433637"/>
            <a:ext cx="5530851" cy="1452562"/>
          </a:xfrm>
        </p:spPr>
        <p:txBody>
          <a:bodyPr anchor="ctr">
            <a:noAutofit/>
          </a:bodyPr>
          <a:lstStyle>
            <a:lvl1pPr algn="l">
              <a:defRPr sz="4000">
                <a:solidFill>
                  <a:schemeClr val="bg1"/>
                </a:solidFill>
                <a:latin typeface="Arial Narrow" panose="020B0606020202030204" pitchFamily="34" charset="0"/>
              </a:defRPr>
            </a:lvl1pPr>
          </a:lstStyle>
          <a:p>
            <a:r>
              <a:rPr lang="en-US" dirty="0"/>
              <a:t>CLICK TO EDIT MASTER TITLE STYLE</a:t>
            </a:r>
          </a:p>
        </p:txBody>
      </p:sp>
      <p:sp>
        <p:nvSpPr>
          <p:cNvPr id="10" name="Subtitle 2"/>
          <p:cNvSpPr>
            <a:spLocks noGrp="1"/>
          </p:cNvSpPr>
          <p:nvPr>
            <p:ph type="subTitle" idx="1" hasCustomPrompt="1"/>
          </p:nvPr>
        </p:nvSpPr>
        <p:spPr>
          <a:xfrm>
            <a:off x="260349" y="4479924"/>
            <a:ext cx="5530851" cy="695325"/>
          </a:xfrm>
        </p:spPr>
        <p:txBody>
          <a:bodyPr anchor="ctr"/>
          <a:lstStyle>
            <a:lvl1pPr marL="0" indent="0" algn="l">
              <a:buNone/>
              <a:defRPr sz="2400">
                <a:solidFill>
                  <a:srgbClr val="FDB913"/>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978866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3771900"/>
          </a:xfrm>
          <a:prstGeom prst="rect">
            <a:avLst/>
          </a:prstGeom>
        </p:spPr>
      </p:pic>
      <p:sp>
        <p:nvSpPr>
          <p:cNvPr id="7" name="Rectangle 6"/>
          <p:cNvSpPr/>
          <p:nvPr userDrawn="1"/>
        </p:nvSpPr>
        <p:spPr>
          <a:xfrm>
            <a:off x="0" y="3759200"/>
            <a:ext cx="12192000" cy="3098799"/>
          </a:xfrm>
          <a:prstGeom prst="rect">
            <a:avLst/>
          </a:prstGeom>
          <a:solidFill>
            <a:srgbClr val="0A33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p:cNvSpPr>
            <a:spLocks noGrp="1"/>
          </p:cNvSpPr>
          <p:nvPr>
            <p:ph type="ctrTitle" hasCustomPrompt="1"/>
          </p:nvPr>
        </p:nvSpPr>
        <p:spPr>
          <a:xfrm>
            <a:off x="3712744" y="4160837"/>
            <a:ext cx="7153276" cy="1452562"/>
          </a:xfrm>
        </p:spPr>
        <p:txBody>
          <a:bodyPr anchor="ctr">
            <a:noAutofit/>
          </a:bodyPr>
          <a:lstStyle>
            <a:lvl1pPr algn="l">
              <a:defRPr sz="4000">
                <a:solidFill>
                  <a:schemeClr val="bg1"/>
                </a:solidFill>
                <a:latin typeface="Arial Narrow" panose="020B0606020202030204" pitchFamily="34" charset="0"/>
              </a:defRPr>
            </a:lvl1pPr>
          </a:lstStyle>
          <a:p>
            <a:r>
              <a:rPr lang="en-US" dirty="0"/>
              <a:t>CLICK TO EDIT MASTER TITLE STYLE</a:t>
            </a:r>
          </a:p>
        </p:txBody>
      </p:sp>
      <p:sp>
        <p:nvSpPr>
          <p:cNvPr id="11" name="Subtitle 2"/>
          <p:cNvSpPr>
            <a:spLocks noGrp="1"/>
          </p:cNvSpPr>
          <p:nvPr>
            <p:ph type="subTitle" idx="1" hasCustomPrompt="1"/>
          </p:nvPr>
        </p:nvSpPr>
        <p:spPr>
          <a:xfrm>
            <a:off x="3712744" y="5749924"/>
            <a:ext cx="7153276" cy="695325"/>
          </a:xfrm>
        </p:spPr>
        <p:txBody>
          <a:bodyPr anchor="ctr"/>
          <a:lstStyle>
            <a:lvl1pPr marL="0" indent="0" algn="l">
              <a:buNone/>
              <a:defRPr sz="2400">
                <a:solidFill>
                  <a:srgbClr val="FDB913"/>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2" name="Rectangle 11"/>
          <p:cNvSpPr/>
          <p:nvPr userDrawn="1"/>
        </p:nvSpPr>
        <p:spPr>
          <a:xfrm>
            <a:off x="3223635" y="4160837"/>
            <a:ext cx="45719" cy="2284412"/>
          </a:xfrm>
          <a:prstGeom prst="rect">
            <a:avLst/>
          </a:prstGeom>
          <a:solidFill>
            <a:srgbClr val="FDB9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17264" t="20680" r="16692" b="19770"/>
          <a:stretch/>
        </p:blipFill>
        <p:spPr>
          <a:xfrm>
            <a:off x="850050" y="4564225"/>
            <a:ext cx="1523536" cy="1049174"/>
          </a:xfrm>
          <a:prstGeom prst="rect">
            <a:avLst/>
          </a:prstGeom>
        </p:spPr>
      </p:pic>
    </p:spTree>
    <p:extLst>
      <p:ext uri="{BB962C8B-B14F-4D97-AF65-F5344CB8AC3E}">
        <p14:creationId xmlns:p14="http://schemas.microsoft.com/office/powerpoint/2010/main" val="2036762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3771900"/>
          </a:xfrm>
          <a:prstGeom prst="rect">
            <a:avLst/>
          </a:prstGeom>
        </p:spPr>
      </p:pic>
      <p:sp>
        <p:nvSpPr>
          <p:cNvPr id="7" name="Rectangle 6"/>
          <p:cNvSpPr/>
          <p:nvPr userDrawn="1"/>
        </p:nvSpPr>
        <p:spPr>
          <a:xfrm>
            <a:off x="0" y="3759200"/>
            <a:ext cx="12192000" cy="3098799"/>
          </a:xfrm>
          <a:prstGeom prst="rect">
            <a:avLst/>
          </a:prstGeom>
          <a:solidFill>
            <a:srgbClr val="0A33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ctrTitle" hasCustomPrompt="1"/>
          </p:nvPr>
        </p:nvSpPr>
        <p:spPr>
          <a:xfrm>
            <a:off x="3712744" y="4160837"/>
            <a:ext cx="7153276" cy="1452562"/>
          </a:xfrm>
        </p:spPr>
        <p:txBody>
          <a:bodyPr anchor="ctr">
            <a:noAutofit/>
          </a:bodyPr>
          <a:lstStyle>
            <a:lvl1pPr algn="l">
              <a:defRPr sz="4000">
                <a:solidFill>
                  <a:schemeClr val="bg1"/>
                </a:solidFill>
                <a:latin typeface="Arial Narrow" panose="020B0606020202030204" pitchFamily="34" charset="0"/>
              </a:defRPr>
            </a:lvl1pPr>
          </a:lstStyle>
          <a:p>
            <a:r>
              <a:rPr lang="en-US" dirty="0"/>
              <a:t>CLICK TO EDIT MASTER TITLE STYLE</a:t>
            </a:r>
          </a:p>
        </p:txBody>
      </p:sp>
      <p:sp>
        <p:nvSpPr>
          <p:cNvPr id="10" name="Subtitle 2"/>
          <p:cNvSpPr>
            <a:spLocks noGrp="1"/>
          </p:cNvSpPr>
          <p:nvPr>
            <p:ph type="subTitle" idx="1" hasCustomPrompt="1"/>
          </p:nvPr>
        </p:nvSpPr>
        <p:spPr>
          <a:xfrm>
            <a:off x="3712744" y="5749924"/>
            <a:ext cx="7153276" cy="695325"/>
          </a:xfrm>
        </p:spPr>
        <p:txBody>
          <a:bodyPr anchor="ctr"/>
          <a:lstStyle>
            <a:lvl1pPr marL="0" indent="0" algn="l">
              <a:buNone/>
              <a:defRPr sz="2400">
                <a:solidFill>
                  <a:srgbClr val="FDB913"/>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Rectangle 10"/>
          <p:cNvSpPr/>
          <p:nvPr userDrawn="1"/>
        </p:nvSpPr>
        <p:spPr>
          <a:xfrm>
            <a:off x="3223635" y="4160837"/>
            <a:ext cx="45719" cy="2284412"/>
          </a:xfrm>
          <a:prstGeom prst="rect">
            <a:avLst/>
          </a:prstGeom>
          <a:solidFill>
            <a:srgbClr val="FDB9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71718" y="4525926"/>
            <a:ext cx="2796335" cy="1635312"/>
          </a:xfrm>
          <a:prstGeom prst="rect">
            <a:avLst/>
          </a:prstGeom>
        </p:spPr>
      </p:pic>
    </p:spTree>
    <p:extLst>
      <p:ext uri="{BB962C8B-B14F-4D97-AF65-F5344CB8AC3E}">
        <p14:creationId xmlns:p14="http://schemas.microsoft.com/office/powerpoint/2010/main" val="3632601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6_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81700" y="0"/>
            <a:ext cx="6210300" cy="6858000"/>
          </a:xfrm>
          <a:prstGeom prst="rect">
            <a:avLst/>
          </a:prstGeom>
        </p:spPr>
      </p:pic>
      <p:sp>
        <p:nvSpPr>
          <p:cNvPr id="7" name="Rectangle 6"/>
          <p:cNvSpPr/>
          <p:nvPr userDrawn="1"/>
        </p:nvSpPr>
        <p:spPr>
          <a:xfrm>
            <a:off x="0" y="0"/>
            <a:ext cx="6096000" cy="6857999"/>
          </a:xfrm>
          <a:prstGeom prst="rect">
            <a:avLst/>
          </a:prstGeom>
          <a:solidFill>
            <a:srgbClr val="0A33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260349" y="2433637"/>
            <a:ext cx="5530851" cy="1452562"/>
          </a:xfrm>
        </p:spPr>
        <p:txBody>
          <a:bodyPr anchor="ctr">
            <a:noAutofit/>
          </a:bodyPr>
          <a:lstStyle>
            <a:lvl1pPr algn="l">
              <a:defRPr sz="4000">
                <a:solidFill>
                  <a:schemeClr val="bg1"/>
                </a:solidFill>
                <a:latin typeface="Arial Narrow" panose="020B0606020202030204" pitchFamily="34" charset="0"/>
              </a:defRPr>
            </a:lvl1pPr>
          </a:lstStyle>
          <a:p>
            <a:r>
              <a:rPr lang="en-US" dirty="0"/>
              <a:t>CLICK TO EDIT MASTER TITLE STYLE</a:t>
            </a:r>
          </a:p>
        </p:txBody>
      </p:sp>
      <p:sp>
        <p:nvSpPr>
          <p:cNvPr id="3" name="Subtitle 2"/>
          <p:cNvSpPr>
            <a:spLocks noGrp="1"/>
          </p:cNvSpPr>
          <p:nvPr>
            <p:ph type="subTitle" idx="1" hasCustomPrompt="1"/>
          </p:nvPr>
        </p:nvSpPr>
        <p:spPr>
          <a:xfrm>
            <a:off x="260349" y="4479924"/>
            <a:ext cx="5530851" cy="695325"/>
          </a:xfrm>
        </p:spPr>
        <p:txBody>
          <a:bodyPr anchor="ctr"/>
          <a:lstStyle>
            <a:lvl1pPr marL="0" indent="0" algn="l">
              <a:buNone/>
              <a:defRPr sz="2400">
                <a:solidFill>
                  <a:srgbClr val="FDB913"/>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3" name="Rectangle 12"/>
          <p:cNvSpPr/>
          <p:nvPr userDrawn="1"/>
        </p:nvSpPr>
        <p:spPr>
          <a:xfrm flipH="1">
            <a:off x="6095840" y="0"/>
            <a:ext cx="45719" cy="6858000"/>
          </a:xfrm>
          <a:prstGeom prst="rect">
            <a:avLst/>
          </a:prstGeom>
          <a:solidFill>
            <a:srgbClr val="FDB9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userDrawn="1"/>
        </p:nvPicPr>
        <p:blipFill rotWithShape="1">
          <a:blip r:embed="rId3" cstate="print">
            <a:extLst>
              <a:ext uri="{28A0092B-C50C-407E-A947-70E740481C1C}">
                <a14:useLocalDpi xmlns:a14="http://schemas.microsoft.com/office/drawing/2010/main" val="0"/>
              </a:ext>
            </a:extLst>
          </a:blip>
          <a:srcRect l="17264" t="20680" r="16692" b="19770"/>
          <a:stretch/>
        </p:blipFill>
        <p:spPr>
          <a:xfrm>
            <a:off x="2257657" y="529390"/>
            <a:ext cx="1523536" cy="1049174"/>
          </a:xfrm>
          <a:prstGeom prst="rect">
            <a:avLst/>
          </a:prstGeom>
        </p:spPr>
      </p:pic>
    </p:spTree>
    <p:extLst>
      <p:ext uri="{BB962C8B-B14F-4D97-AF65-F5344CB8AC3E}">
        <p14:creationId xmlns:p14="http://schemas.microsoft.com/office/powerpoint/2010/main" val="41245796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7_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03223" y="1564943"/>
            <a:ext cx="6086475" cy="5295900"/>
          </a:xfrm>
          <a:prstGeom prst="rect">
            <a:avLst/>
          </a:prstGeom>
        </p:spPr>
      </p:pic>
      <p:sp>
        <p:nvSpPr>
          <p:cNvPr id="10" name="Rectangle 9"/>
          <p:cNvSpPr/>
          <p:nvPr userDrawn="1"/>
        </p:nvSpPr>
        <p:spPr>
          <a:xfrm>
            <a:off x="-2701" y="169862"/>
            <a:ext cx="6098541" cy="66881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260349" y="1915886"/>
            <a:ext cx="5607051" cy="1596571"/>
          </a:xfrm>
        </p:spPr>
        <p:txBody>
          <a:bodyPr anchor="t">
            <a:noAutofit/>
          </a:bodyPr>
          <a:lstStyle>
            <a:lvl1pPr algn="l">
              <a:defRPr sz="3600">
                <a:solidFill>
                  <a:srgbClr val="0A3370"/>
                </a:solidFill>
                <a:latin typeface="Arial Narrow" panose="020B0606020202030204" pitchFamily="34" charset="0"/>
              </a:defRPr>
            </a:lvl1pPr>
          </a:lstStyle>
          <a:p>
            <a:r>
              <a:rPr lang="en-US" dirty="0"/>
              <a:t>CLICK TO EDIT MASTER TITLE STYLE</a:t>
            </a:r>
          </a:p>
        </p:txBody>
      </p:sp>
      <p:sp>
        <p:nvSpPr>
          <p:cNvPr id="3" name="Subtitle 2"/>
          <p:cNvSpPr>
            <a:spLocks noGrp="1"/>
          </p:cNvSpPr>
          <p:nvPr>
            <p:ph type="subTitle" idx="1" hasCustomPrompt="1"/>
          </p:nvPr>
        </p:nvSpPr>
        <p:spPr>
          <a:xfrm>
            <a:off x="260349" y="3682319"/>
            <a:ext cx="5607051" cy="2673435"/>
          </a:xfrm>
        </p:spPr>
        <p:txBody>
          <a:bodyPr anchor="t"/>
          <a:lstStyle>
            <a:lvl1pPr marL="0" indent="0" algn="l">
              <a:buNone/>
              <a:defRPr sz="2400">
                <a:solidFill>
                  <a:schemeClr val="bg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3" name="Rectangle 12"/>
          <p:cNvSpPr/>
          <p:nvPr userDrawn="1"/>
        </p:nvSpPr>
        <p:spPr>
          <a:xfrm flipH="1">
            <a:off x="6095840" y="0"/>
            <a:ext cx="45719" cy="6858000"/>
          </a:xfrm>
          <a:prstGeom prst="rect">
            <a:avLst/>
          </a:prstGeom>
          <a:solidFill>
            <a:srgbClr val="FDB9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0" y="0"/>
            <a:ext cx="12192000" cy="1612899"/>
          </a:xfrm>
          <a:prstGeom prst="rect">
            <a:avLst/>
          </a:prstGeom>
          <a:solidFill>
            <a:srgbClr val="0A33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20402" y="239681"/>
            <a:ext cx="5835491" cy="960325"/>
          </a:xfrm>
          <a:prstGeom prst="rect">
            <a:avLst/>
          </a:prstGeom>
        </p:spPr>
      </p:pic>
      <p:sp>
        <p:nvSpPr>
          <p:cNvPr id="11" name="Slide Number Placeholder 5"/>
          <p:cNvSpPr>
            <a:spLocks noGrp="1"/>
          </p:cNvSpPr>
          <p:nvPr>
            <p:ph type="sldNum" sz="quarter" idx="12"/>
          </p:nvPr>
        </p:nvSpPr>
        <p:spPr>
          <a:xfrm>
            <a:off x="260349" y="6355755"/>
            <a:ext cx="2743200" cy="365125"/>
          </a:xfrm>
        </p:spPr>
        <p:txBody>
          <a:bodyPr/>
          <a:lstStyle>
            <a:lvl1pPr>
              <a:defRPr>
                <a:solidFill>
                  <a:schemeClr val="tx1"/>
                </a:solidFill>
              </a:defRPr>
            </a:lvl1pPr>
          </a:lstStyle>
          <a:p>
            <a:fld id="{2C2A6AE3-36F9-4B37-9E3B-E1F236E2353C}" type="slidenum">
              <a:rPr lang="en-US" smtClean="0"/>
              <a:pPr/>
              <a:t>‹#›</a:t>
            </a:fld>
            <a:endParaRPr lang="en-US" dirty="0"/>
          </a:p>
        </p:txBody>
      </p:sp>
    </p:spTree>
    <p:extLst>
      <p:ext uri="{BB962C8B-B14F-4D97-AF65-F5344CB8AC3E}">
        <p14:creationId xmlns:p14="http://schemas.microsoft.com/office/powerpoint/2010/main" val="1077268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5" name="Rectangle 4"/>
          <p:cNvSpPr/>
          <p:nvPr userDrawn="1"/>
        </p:nvSpPr>
        <p:spPr>
          <a:xfrm>
            <a:off x="548640" y="-1"/>
            <a:ext cx="11643360" cy="6858001"/>
          </a:xfrm>
          <a:prstGeom prst="rect">
            <a:avLst/>
          </a:prstGeom>
          <a:solidFill>
            <a:srgbClr val="0A33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831849" y="482517"/>
            <a:ext cx="10988849" cy="2869528"/>
          </a:xfrm>
        </p:spPr>
        <p:txBody>
          <a:bodyPr anchor="b">
            <a:normAutofit/>
          </a:bodyPr>
          <a:lstStyle>
            <a:lvl1pPr>
              <a:defRPr sz="5400">
                <a:solidFill>
                  <a:schemeClr val="bg1"/>
                </a:solidFill>
              </a:defRPr>
            </a:lvl1pPr>
          </a:lstStyle>
          <a:p>
            <a:r>
              <a:rPr lang="en-US" dirty="0"/>
              <a:t>CLICK TO EDIT MASTER TITLE STYLE</a:t>
            </a:r>
          </a:p>
        </p:txBody>
      </p:sp>
      <p:sp>
        <p:nvSpPr>
          <p:cNvPr id="3" name="Text Placeholder 2"/>
          <p:cNvSpPr>
            <a:spLocks noGrp="1"/>
          </p:cNvSpPr>
          <p:nvPr>
            <p:ph type="body" idx="1" hasCustomPrompt="1"/>
          </p:nvPr>
        </p:nvSpPr>
        <p:spPr>
          <a:xfrm>
            <a:off x="837391" y="3511875"/>
            <a:ext cx="10988849" cy="1509017"/>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6" name="Slide Number Placeholder 5"/>
          <p:cNvSpPr>
            <a:spLocks noGrp="1"/>
          </p:cNvSpPr>
          <p:nvPr>
            <p:ph type="sldNum" sz="quarter" idx="12"/>
          </p:nvPr>
        </p:nvSpPr>
        <p:spPr>
          <a:xfrm>
            <a:off x="838200" y="6327506"/>
            <a:ext cx="2743200" cy="365125"/>
          </a:xfrm>
        </p:spPr>
        <p:txBody>
          <a:bodyPr/>
          <a:lstStyle>
            <a:lvl1pPr>
              <a:defRPr>
                <a:solidFill>
                  <a:schemeClr val="accent1"/>
                </a:solidFill>
              </a:defRPr>
            </a:lvl1pPr>
          </a:lstStyle>
          <a:p>
            <a:fld id="{2C2A6AE3-36F9-4B37-9E3B-E1F236E2353C}" type="slidenum">
              <a:rPr lang="en-US" smtClean="0"/>
              <a:pPr/>
              <a:t>‹#›</a:t>
            </a:fld>
            <a:endParaRPr lang="en-US" dirty="0"/>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250" t="6265" r="2070" b="6044"/>
          <a:stretch/>
        </p:blipFill>
        <p:spPr>
          <a:xfrm>
            <a:off x="8819148" y="6242777"/>
            <a:ext cx="3001550" cy="452706"/>
          </a:xfrm>
          <a:prstGeom prst="rect">
            <a:avLst/>
          </a:prstGeom>
        </p:spPr>
      </p:pic>
    </p:spTree>
    <p:extLst>
      <p:ext uri="{BB962C8B-B14F-4D97-AF65-F5344CB8AC3E}">
        <p14:creationId xmlns:p14="http://schemas.microsoft.com/office/powerpoint/2010/main" val="427687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49" y="482517"/>
            <a:ext cx="10988849" cy="2869528"/>
          </a:xfrm>
        </p:spPr>
        <p:txBody>
          <a:bodyPr anchor="b">
            <a:normAutofit/>
          </a:bodyPr>
          <a:lstStyle>
            <a:lvl1pPr>
              <a:defRPr sz="5400"/>
            </a:lvl1pPr>
          </a:lstStyle>
          <a:p>
            <a:r>
              <a:rPr lang="en-US" dirty="0"/>
              <a:t>CLICK TO EDIT MASTER TITLE STYLE</a:t>
            </a:r>
          </a:p>
        </p:txBody>
      </p:sp>
      <p:sp>
        <p:nvSpPr>
          <p:cNvPr id="3" name="Text Placeholder 2"/>
          <p:cNvSpPr>
            <a:spLocks noGrp="1"/>
          </p:cNvSpPr>
          <p:nvPr>
            <p:ph type="body" idx="1" hasCustomPrompt="1"/>
          </p:nvPr>
        </p:nvSpPr>
        <p:spPr>
          <a:xfrm>
            <a:off x="837391" y="3511875"/>
            <a:ext cx="10988849" cy="1509017"/>
          </a:xfrm>
        </p:spPr>
        <p:txBody>
          <a:bodyPr/>
          <a:lstStyle>
            <a:lvl1pPr marL="0" indent="0">
              <a:buNone/>
              <a:defRPr sz="240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2C2A6AE3-36F9-4B37-9E3B-E1F236E2353C}" type="slidenum">
              <a:rPr lang="en-US" smtClean="0"/>
              <a:pPr/>
              <a:t>‹#›</a:t>
            </a:fld>
            <a:endParaRPr lang="en-US" dirty="0"/>
          </a:p>
        </p:txBody>
      </p:sp>
    </p:spTree>
    <p:extLst>
      <p:ext uri="{BB962C8B-B14F-4D97-AF65-F5344CB8AC3E}">
        <p14:creationId xmlns:p14="http://schemas.microsoft.com/office/powerpoint/2010/main" val="1888259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hasCustomPrompt="1"/>
          </p:nvPr>
        </p:nvSpPr>
        <p:spPr>
          <a:xfrm>
            <a:off x="838200" y="1531158"/>
            <a:ext cx="11010900" cy="44646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2C2A6AE3-36F9-4B37-9E3B-E1F236E2353C}" type="slidenum">
              <a:rPr lang="en-US" smtClean="0"/>
              <a:pPr/>
              <a:t>‹#›</a:t>
            </a:fld>
            <a:endParaRPr lang="en-US" dirty="0"/>
          </a:p>
        </p:txBody>
      </p:sp>
    </p:spTree>
    <p:extLst>
      <p:ext uri="{BB962C8B-B14F-4D97-AF65-F5344CB8AC3E}">
        <p14:creationId xmlns:p14="http://schemas.microsoft.com/office/powerpoint/2010/main" val="36422227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chor="ctr"/>
          <a:lstStyle/>
          <a:p>
            <a:r>
              <a:rPr lang="en-US" dirty="0"/>
              <a:t>CLICK TO EDIT MASTER TITLE STYLE</a:t>
            </a:r>
          </a:p>
        </p:txBody>
      </p:sp>
      <p:sp>
        <p:nvSpPr>
          <p:cNvPr id="3" name="Content Placeholder 2"/>
          <p:cNvSpPr>
            <a:spLocks noGrp="1"/>
          </p:cNvSpPr>
          <p:nvPr>
            <p:ph sz="half" idx="1" hasCustomPrompt="1"/>
          </p:nvPr>
        </p:nvSpPr>
        <p:spPr>
          <a:xfrm>
            <a:off x="838200" y="1532466"/>
            <a:ext cx="5359400" cy="44633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341534" y="1532466"/>
            <a:ext cx="5507566" cy="44633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2C2A6AE3-36F9-4B37-9E3B-E1F236E2353C}" type="slidenum">
              <a:rPr lang="en-US" smtClean="0"/>
              <a:pPr/>
              <a:t>‹#›</a:t>
            </a:fld>
            <a:endParaRPr lang="en-US" dirty="0"/>
          </a:p>
        </p:txBody>
      </p:sp>
    </p:spTree>
    <p:extLst>
      <p:ext uri="{BB962C8B-B14F-4D97-AF65-F5344CB8AC3E}">
        <p14:creationId xmlns:p14="http://schemas.microsoft.com/office/powerpoint/2010/main" val="4093366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838199" y="1532466"/>
            <a:ext cx="535940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p:cNvSpPr>
            <a:spLocks noGrp="1"/>
          </p:cNvSpPr>
          <p:nvPr>
            <p:ph type="body" sz="quarter" idx="3" hasCustomPrompt="1"/>
          </p:nvPr>
        </p:nvSpPr>
        <p:spPr>
          <a:xfrm>
            <a:off x="6341534" y="1532466"/>
            <a:ext cx="550756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itle 1"/>
          <p:cNvSpPr>
            <a:spLocks noGrp="1"/>
          </p:cNvSpPr>
          <p:nvPr>
            <p:ph type="title" hasCustomPrompt="1"/>
          </p:nvPr>
        </p:nvSpPr>
        <p:spPr>
          <a:xfrm>
            <a:off x="838200" y="152401"/>
            <a:ext cx="11010900" cy="1193800"/>
          </a:xfrm>
        </p:spPr>
        <p:txBody>
          <a:bodyPr anchor="ctr"/>
          <a:lstStyle/>
          <a:p>
            <a:r>
              <a:rPr lang="en-US" dirty="0"/>
              <a:t>CLICK TO EDIT MASTER TITLE STYLE</a:t>
            </a:r>
          </a:p>
        </p:txBody>
      </p:sp>
      <p:sp>
        <p:nvSpPr>
          <p:cNvPr id="13" name="Content Placeholder 2"/>
          <p:cNvSpPr>
            <a:spLocks noGrp="1"/>
          </p:cNvSpPr>
          <p:nvPr>
            <p:ph sz="half" idx="13" hasCustomPrompt="1"/>
          </p:nvPr>
        </p:nvSpPr>
        <p:spPr>
          <a:xfrm>
            <a:off x="838200" y="2356378"/>
            <a:ext cx="5359400" cy="36394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3"/>
          <p:cNvSpPr>
            <a:spLocks noGrp="1"/>
          </p:cNvSpPr>
          <p:nvPr>
            <p:ph sz="half" idx="2" hasCustomPrompt="1"/>
          </p:nvPr>
        </p:nvSpPr>
        <p:spPr>
          <a:xfrm>
            <a:off x="6341534" y="2356378"/>
            <a:ext cx="5507566" cy="363946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6"/>
          <p:cNvSpPr>
            <a:spLocks noGrp="1"/>
          </p:cNvSpPr>
          <p:nvPr>
            <p:ph type="sldNum" sz="quarter" idx="12"/>
          </p:nvPr>
        </p:nvSpPr>
        <p:spPr>
          <a:xfrm>
            <a:off x="838200" y="6236056"/>
            <a:ext cx="2743200" cy="365125"/>
          </a:xfrm>
        </p:spPr>
        <p:txBody>
          <a:bodyPr/>
          <a:lstStyle>
            <a:lvl1pPr>
              <a:defRPr>
                <a:solidFill>
                  <a:schemeClr val="tx1"/>
                </a:solidFill>
              </a:defRPr>
            </a:lvl1pPr>
          </a:lstStyle>
          <a:p>
            <a:fld id="{2C2A6AE3-36F9-4B37-9E3B-E1F236E2353C}" type="slidenum">
              <a:rPr lang="en-US" smtClean="0"/>
              <a:pPr/>
              <a:t>‹#›</a:t>
            </a:fld>
            <a:endParaRPr lang="en-US" dirty="0"/>
          </a:p>
        </p:txBody>
      </p:sp>
    </p:spTree>
    <p:extLst>
      <p:ext uri="{BB962C8B-B14F-4D97-AF65-F5344CB8AC3E}">
        <p14:creationId xmlns:p14="http://schemas.microsoft.com/office/powerpoint/2010/main" val="38106159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chor="ctr"/>
          <a:lstStyle/>
          <a:p>
            <a:r>
              <a:rPr lang="en-US" dirty="0"/>
              <a:t>CLICK TO EDIT MASTER TITLE STYLE</a:t>
            </a: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2C2A6AE3-36F9-4B37-9E3B-E1F236E2353C}" type="slidenum">
              <a:rPr lang="en-US" smtClean="0"/>
              <a:pPr/>
              <a:t>‹#›</a:t>
            </a:fld>
            <a:endParaRPr lang="en-US" dirty="0"/>
          </a:p>
        </p:txBody>
      </p:sp>
    </p:spTree>
    <p:extLst>
      <p:ext uri="{BB962C8B-B14F-4D97-AF65-F5344CB8AC3E}">
        <p14:creationId xmlns:p14="http://schemas.microsoft.com/office/powerpoint/2010/main" val="30418409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tx1"/>
                </a:solidFill>
              </a:defRPr>
            </a:lvl1pPr>
          </a:lstStyle>
          <a:p>
            <a:fld id="{2C2A6AE3-36F9-4B37-9E3B-E1F236E2353C}" type="slidenum">
              <a:rPr lang="en-US" smtClean="0"/>
              <a:pPr/>
              <a:t>‹#›</a:t>
            </a:fld>
            <a:endParaRPr lang="en-US" dirty="0"/>
          </a:p>
        </p:txBody>
      </p:sp>
    </p:spTree>
    <p:extLst>
      <p:ext uri="{BB962C8B-B14F-4D97-AF65-F5344CB8AC3E}">
        <p14:creationId xmlns:p14="http://schemas.microsoft.com/office/powerpoint/2010/main" val="33240767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9788" y="220133"/>
            <a:ext cx="3932237" cy="1837267"/>
          </a:xfrm>
        </p:spPr>
        <p:txBody>
          <a:bodyPr anchor="t"/>
          <a:lstStyle>
            <a:lvl1pPr>
              <a:defRPr sz="3200"/>
            </a:lvl1pPr>
          </a:lstStyle>
          <a:p>
            <a:r>
              <a:rPr lang="en-US" dirty="0"/>
              <a:t>CLICK TO EDIT MASTER TITLE STYLE</a:t>
            </a:r>
          </a:p>
        </p:txBody>
      </p:sp>
      <p:sp>
        <p:nvSpPr>
          <p:cNvPr id="3" name="Content Placeholder 2"/>
          <p:cNvSpPr>
            <a:spLocks noGrp="1"/>
          </p:cNvSpPr>
          <p:nvPr>
            <p:ph idx="1" hasCustomPrompt="1"/>
          </p:nvPr>
        </p:nvSpPr>
        <p:spPr>
          <a:xfrm>
            <a:off x="5183187" y="220133"/>
            <a:ext cx="6687079" cy="57262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839788" y="2057400"/>
            <a:ext cx="3932237" cy="39305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2C2A6AE3-36F9-4B37-9E3B-E1F236E2353C}" type="slidenum">
              <a:rPr lang="en-US" smtClean="0"/>
              <a:pPr/>
              <a:t>‹#›</a:t>
            </a:fld>
            <a:endParaRPr lang="en-US" dirty="0"/>
          </a:p>
        </p:txBody>
      </p:sp>
    </p:spTree>
    <p:extLst>
      <p:ext uri="{BB962C8B-B14F-4D97-AF65-F5344CB8AC3E}">
        <p14:creationId xmlns:p14="http://schemas.microsoft.com/office/powerpoint/2010/main" val="34572310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9788" y="220133"/>
            <a:ext cx="3932237" cy="1837267"/>
          </a:xfrm>
        </p:spPr>
        <p:txBody>
          <a:bodyPr anchor="t"/>
          <a:lstStyle>
            <a:lvl1pPr>
              <a:defRPr sz="3200"/>
            </a:lvl1pPr>
          </a:lstStyle>
          <a:p>
            <a:r>
              <a:rPr lang="en-US" dirty="0"/>
              <a:t>CLICK TO EDIT MASTER TITLE STYLE</a:t>
            </a:r>
          </a:p>
        </p:txBody>
      </p:sp>
      <p:sp>
        <p:nvSpPr>
          <p:cNvPr id="4" name="Text Placeholder 3"/>
          <p:cNvSpPr>
            <a:spLocks noGrp="1"/>
          </p:cNvSpPr>
          <p:nvPr>
            <p:ph type="body" sz="half" idx="2" hasCustomPrompt="1"/>
          </p:nvPr>
        </p:nvSpPr>
        <p:spPr>
          <a:xfrm>
            <a:off x="839788" y="2057400"/>
            <a:ext cx="3932237" cy="39305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2C2A6AE3-36F9-4B37-9E3B-E1F236E2353C}" type="slidenum">
              <a:rPr lang="en-US" smtClean="0"/>
              <a:pPr/>
              <a:t>‹#›</a:t>
            </a:fld>
            <a:endParaRPr lang="en-US" dirty="0"/>
          </a:p>
        </p:txBody>
      </p:sp>
      <p:sp>
        <p:nvSpPr>
          <p:cNvPr id="6" name="Picture Placeholder 2"/>
          <p:cNvSpPr>
            <a:spLocks noGrp="1"/>
          </p:cNvSpPr>
          <p:nvPr>
            <p:ph type="pic" idx="1"/>
          </p:nvPr>
        </p:nvSpPr>
        <p:spPr>
          <a:xfrm>
            <a:off x="5183187" y="220132"/>
            <a:ext cx="6712479" cy="57757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Tree>
    <p:extLst>
      <p:ext uri="{BB962C8B-B14F-4D97-AF65-F5344CB8AC3E}">
        <p14:creationId xmlns:p14="http://schemas.microsoft.com/office/powerpoint/2010/main" val="18593412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hasCustomPrompt="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10891" y="5843356"/>
            <a:ext cx="3651948" cy="1014645"/>
          </a:xfrm>
          <a:prstGeom prst="rect">
            <a:avLst/>
          </a:prstGeom>
        </p:spPr>
      </p:pic>
      <p:sp>
        <p:nvSpPr>
          <p:cNvPr id="7" name="Slide Number Placeholder 5"/>
          <p:cNvSpPr>
            <a:spLocks noGrp="1"/>
          </p:cNvSpPr>
          <p:nvPr>
            <p:ph type="sldNum" sz="quarter" idx="4"/>
          </p:nvPr>
        </p:nvSpPr>
        <p:spPr>
          <a:xfrm>
            <a:off x="251254" y="5478231"/>
            <a:ext cx="2743200" cy="365125"/>
          </a:xfrm>
          <a:prstGeom prst="rect">
            <a:avLst/>
          </a:prstGeom>
        </p:spPr>
        <p:txBody>
          <a:bodyPr anchor="ctr"/>
          <a:lstStyle>
            <a:lvl1pPr algn="l">
              <a:defRPr sz="1100"/>
            </a:lvl1pPr>
          </a:lstStyle>
          <a:p>
            <a:fld id="{8E8422E8-9C2C-4CEB-A727-DCA5E9F32E18}" type="slidenum">
              <a:rPr lang="en-US" smtClean="0"/>
              <a:pPr/>
              <a:t>‹#›</a:t>
            </a:fld>
            <a:endParaRPr lang="en-US" dirty="0"/>
          </a:p>
        </p:txBody>
      </p:sp>
    </p:spTree>
    <p:extLst>
      <p:ext uri="{BB962C8B-B14F-4D97-AF65-F5344CB8AC3E}">
        <p14:creationId xmlns:p14="http://schemas.microsoft.com/office/powerpoint/2010/main" val="15528357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hasCustomPrompt="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l="424"/>
          <a:stretch/>
        </p:blipFill>
        <p:spPr>
          <a:xfrm>
            <a:off x="8623938" y="5843356"/>
            <a:ext cx="3605323" cy="1014644"/>
          </a:xfrm>
          <a:prstGeom prst="rect">
            <a:avLst/>
          </a:prstGeom>
        </p:spPr>
      </p:pic>
      <p:sp>
        <p:nvSpPr>
          <p:cNvPr id="7" name="Slide Number Placeholder 5"/>
          <p:cNvSpPr>
            <a:spLocks noGrp="1"/>
          </p:cNvSpPr>
          <p:nvPr>
            <p:ph type="sldNum" sz="quarter" idx="4"/>
          </p:nvPr>
        </p:nvSpPr>
        <p:spPr>
          <a:xfrm>
            <a:off x="251254" y="5478231"/>
            <a:ext cx="2743200" cy="365125"/>
          </a:xfrm>
          <a:prstGeom prst="rect">
            <a:avLst/>
          </a:prstGeom>
        </p:spPr>
        <p:txBody>
          <a:bodyPr anchor="ctr"/>
          <a:lstStyle>
            <a:lvl1pPr algn="l">
              <a:defRPr sz="1100"/>
            </a:lvl1pPr>
          </a:lstStyle>
          <a:p>
            <a:fld id="{8E8422E8-9C2C-4CEB-A727-DCA5E9F32E18}" type="slidenum">
              <a:rPr lang="en-US" smtClean="0"/>
              <a:pPr/>
              <a:t>‹#›</a:t>
            </a:fld>
            <a:endParaRPr lang="en-US" dirty="0"/>
          </a:p>
        </p:txBody>
      </p:sp>
    </p:spTree>
    <p:extLst>
      <p:ext uri="{BB962C8B-B14F-4D97-AF65-F5344CB8AC3E}">
        <p14:creationId xmlns:p14="http://schemas.microsoft.com/office/powerpoint/2010/main" val="34394981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43071" y="1320802"/>
            <a:ext cx="11602186" cy="41574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p:txBody>
          <a:bodyPr anchor="ctr"/>
          <a:lstStyle/>
          <a:p>
            <a:r>
              <a:rPr lang="en-US" dirty="0"/>
              <a:t>CLICK TO EDIT MASTER TITLE STYLE</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11906" y="5843356"/>
            <a:ext cx="3583120" cy="1014644"/>
          </a:xfrm>
          <a:prstGeom prst="rect">
            <a:avLst/>
          </a:prstGeom>
        </p:spPr>
      </p:pic>
      <p:sp>
        <p:nvSpPr>
          <p:cNvPr id="7" name="Slide Number Placeholder 5"/>
          <p:cNvSpPr>
            <a:spLocks noGrp="1"/>
          </p:cNvSpPr>
          <p:nvPr>
            <p:ph type="sldNum" sz="quarter" idx="4"/>
          </p:nvPr>
        </p:nvSpPr>
        <p:spPr>
          <a:xfrm>
            <a:off x="251254" y="5478231"/>
            <a:ext cx="2743200" cy="365125"/>
          </a:xfrm>
          <a:prstGeom prst="rect">
            <a:avLst/>
          </a:prstGeom>
        </p:spPr>
        <p:txBody>
          <a:bodyPr anchor="ctr"/>
          <a:lstStyle>
            <a:lvl1pPr algn="l">
              <a:defRPr sz="1100"/>
            </a:lvl1pPr>
          </a:lstStyle>
          <a:p>
            <a:fld id="{8E8422E8-9C2C-4CEB-A727-DCA5E9F32E18}" type="slidenum">
              <a:rPr lang="en-US" smtClean="0"/>
              <a:pPr/>
              <a:t>‹#›</a:t>
            </a:fld>
            <a:endParaRPr lang="en-US" dirty="0"/>
          </a:p>
        </p:txBody>
      </p:sp>
    </p:spTree>
    <p:extLst>
      <p:ext uri="{BB962C8B-B14F-4D97-AF65-F5344CB8AC3E}">
        <p14:creationId xmlns:p14="http://schemas.microsoft.com/office/powerpoint/2010/main" val="41395009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hasCustomPrompt="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l="289"/>
          <a:stretch/>
        </p:blipFill>
        <p:spPr>
          <a:xfrm>
            <a:off x="8618022" y="5843356"/>
            <a:ext cx="3578865" cy="1014644"/>
          </a:xfrm>
          <a:prstGeom prst="rect">
            <a:avLst/>
          </a:prstGeom>
        </p:spPr>
      </p:pic>
      <p:sp>
        <p:nvSpPr>
          <p:cNvPr id="7" name="Slide Number Placeholder 5"/>
          <p:cNvSpPr>
            <a:spLocks noGrp="1"/>
          </p:cNvSpPr>
          <p:nvPr>
            <p:ph type="sldNum" sz="quarter" idx="4"/>
          </p:nvPr>
        </p:nvSpPr>
        <p:spPr>
          <a:xfrm>
            <a:off x="251254" y="5478231"/>
            <a:ext cx="2743200" cy="365125"/>
          </a:xfrm>
          <a:prstGeom prst="rect">
            <a:avLst/>
          </a:prstGeom>
        </p:spPr>
        <p:txBody>
          <a:bodyPr anchor="ctr"/>
          <a:lstStyle>
            <a:lvl1pPr algn="l">
              <a:defRPr sz="1100"/>
            </a:lvl1pPr>
          </a:lstStyle>
          <a:p>
            <a:fld id="{8E8422E8-9C2C-4CEB-A727-DCA5E9F32E18}" type="slidenum">
              <a:rPr lang="en-US" smtClean="0"/>
              <a:pPr/>
              <a:t>‹#›</a:t>
            </a:fld>
            <a:endParaRPr lang="en-US" dirty="0"/>
          </a:p>
        </p:txBody>
      </p:sp>
    </p:spTree>
    <p:extLst>
      <p:ext uri="{BB962C8B-B14F-4D97-AF65-F5344CB8AC3E}">
        <p14:creationId xmlns:p14="http://schemas.microsoft.com/office/powerpoint/2010/main" val="35693576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4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hasCustomPrompt="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l="671"/>
          <a:stretch/>
        </p:blipFill>
        <p:spPr>
          <a:xfrm>
            <a:off x="8618396" y="5843356"/>
            <a:ext cx="3596426" cy="1014644"/>
          </a:xfrm>
          <a:prstGeom prst="rect">
            <a:avLst/>
          </a:prstGeom>
        </p:spPr>
      </p:pic>
      <p:sp>
        <p:nvSpPr>
          <p:cNvPr id="7" name="Slide Number Placeholder 5"/>
          <p:cNvSpPr>
            <a:spLocks noGrp="1"/>
          </p:cNvSpPr>
          <p:nvPr>
            <p:ph type="sldNum" sz="quarter" idx="4"/>
          </p:nvPr>
        </p:nvSpPr>
        <p:spPr>
          <a:xfrm>
            <a:off x="251254" y="5478231"/>
            <a:ext cx="2743200" cy="365125"/>
          </a:xfrm>
          <a:prstGeom prst="rect">
            <a:avLst/>
          </a:prstGeom>
        </p:spPr>
        <p:txBody>
          <a:bodyPr anchor="ctr"/>
          <a:lstStyle>
            <a:lvl1pPr algn="l">
              <a:defRPr sz="1100"/>
            </a:lvl1pPr>
          </a:lstStyle>
          <a:p>
            <a:fld id="{8E8422E8-9C2C-4CEB-A727-DCA5E9F32E18}" type="slidenum">
              <a:rPr lang="en-US" smtClean="0"/>
              <a:pPr/>
              <a:t>‹#›</a:t>
            </a:fld>
            <a:endParaRPr lang="en-US" dirty="0"/>
          </a:p>
        </p:txBody>
      </p:sp>
    </p:spTree>
    <p:extLst>
      <p:ext uri="{BB962C8B-B14F-4D97-AF65-F5344CB8AC3E}">
        <p14:creationId xmlns:p14="http://schemas.microsoft.com/office/powerpoint/2010/main" val="21314541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5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hasCustomPrompt="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11906" y="5839751"/>
            <a:ext cx="3646596" cy="1030865"/>
          </a:xfrm>
          <a:prstGeom prst="rect">
            <a:avLst/>
          </a:prstGeom>
        </p:spPr>
      </p:pic>
      <p:sp>
        <p:nvSpPr>
          <p:cNvPr id="7" name="Slide Number Placeholder 5"/>
          <p:cNvSpPr>
            <a:spLocks noGrp="1"/>
          </p:cNvSpPr>
          <p:nvPr>
            <p:ph type="sldNum" sz="quarter" idx="4"/>
          </p:nvPr>
        </p:nvSpPr>
        <p:spPr>
          <a:xfrm>
            <a:off x="251254" y="5478231"/>
            <a:ext cx="2743200" cy="365125"/>
          </a:xfrm>
          <a:prstGeom prst="rect">
            <a:avLst/>
          </a:prstGeom>
        </p:spPr>
        <p:txBody>
          <a:bodyPr anchor="ctr"/>
          <a:lstStyle>
            <a:lvl1pPr algn="l">
              <a:defRPr sz="1100"/>
            </a:lvl1pPr>
          </a:lstStyle>
          <a:p>
            <a:fld id="{8E8422E8-9C2C-4CEB-A727-DCA5E9F32E18}" type="slidenum">
              <a:rPr lang="en-US" smtClean="0"/>
              <a:pPr/>
              <a:t>‹#›</a:t>
            </a:fld>
            <a:endParaRPr lang="en-US" dirty="0"/>
          </a:p>
        </p:txBody>
      </p:sp>
    </p:spTree>
    <p:extLst>
      <p:ext uri="{BB962C8B-B14F-4D97-AF65-F5344CB8AC3E}">
        <p14:creationId xmlns:p14="http://schemas.microsoft.com/office/powerpoint/2010/main" val="24419468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8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hasCustomPrompt="1"/>
          </p:nvPr>
        </p:nvSpPr>
        <p:spPr>
          <a:xfrm>
            <a:off x="343071" y="1320800"/>
            <a:ext cx="11602186" cy="415743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b="2573"/>
          <a:stretch/>
        </p:blipFill>
        <p:spPr>
          <a:xfrm>
            <a:off x="8611905" y="5843356"/>
            <a:ext cx="3614359" cy="1018223"/>
          </a:xfrm>
          <a:prstGeom prst="rect">
            <a:avLst/>
          </a:prstGeom>
        </p:spPr>
      </p:pic>
      <p:sp>
        <p:nvSpPr>
          <p:cNvPr id="7" name="Slide Number Placeholder 5"/>
          <p:cNvSpPr>
            <a:spLocks noGrp="1"/>
          </p:cNvSpPr>
          <p:nvPr>
            <p:ph type="sldNum" sz="quarter" idx="4"/>
          </p:nvPr>
        </p:nvSpPr>
        <p:spPr>
          <a:xfrm>
            <a:off x="251254" y="5478231"/>
            <a:ext cx="2743200" cy="365125"/>
          </a:xfrm>
          <a:prstGeom prst="rect">
            <a:avLst/>
          </a:prstGeom>
        </p:spPr>
        <p:txBody>
          <a:bodyPr anchor="ctr"/>
          <a:lstStyle>
            <a:lvl1pPr algn="l">
              <a:defRPr sz="1100"/>
            </a:lvl1pPr>
          </a:lstStyle>
          <a:p>
            <a:fld id="{8E8422E8-9C2C-4CEB-A727-DCA5E9F32E18}" type="slidenum">
              <a:rPr lang="en-US" smtClean="0"/>
              <a:pPr/>
              <a:t>‹#›</a:t>
            </a:fld>
            <a:endParaRPr lang="en-US" dirty="0"/>
          </a:p>
        </p:txBody>
      </p:sp>
    </p:spTree>
    <p:extLst>
      <p:ext uri="{BB962C8B-B14F-4D97-AF65-F5344CB8AC3E}">
        <p14:creationId xmlns:p14="http://schemas.microsoft.com/office/powerpoint/2010/main" val="32883791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9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hasCustomPrompt="1"/>
          </p:nvPr>
        </p:nvSpPr>
        <p:spPr>
          <a:xfrm>
            <a:off x="343071" y="1320800"/>
            <a:ext cx="11602186" cy="415743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11906" y="5843356"/>
            <a:ext cx="3580011" cy="1012405"/>
          </a:xfrm>
          <a:prstGeom prst="rect">
            <a:avLst/>
          </a:prstGeom>
        </p:spPr>
      </p:pic>
      <p:sp>
        <p:nvSpPr>
          <p:cNvPr id="7" name="Slide Number Placeholder 5"/>
          <p:cNvSpPr>
            <a:spLocks noGrp="1"/>
          </p:cNvSpPr>
          <p:nvPr>
            <p:ph type="sldNum" sz="quarter" idx="4"/>
          </p:nvPr>
        </p:nvSpPr>
        <p:spPr>
          <a:xfrm>
            <a:off x="251254" y="5478231"/>
            <a:ext cx="2743200" cy="365125"/>
          </a:xfrm>
          <a:prstGeom prst="rect">
            <a:avLst/>
          </a:prstGeom>
        </p:spPr>
        <p:txBody>
          <a:bodyPr anchor="ctr"/>
          <a:lstStyle>
            <a:lvl1pPr algn="l">
              <a:defRPr sz="1100"/>
            </a:lvl1pPr>
          </a:lstStyle>
          <a:p>
            <a:fld id="{8E8422E8-9C2C-4CEB-A727-DCA5E9F32E18}" type="slidenum">
              <a:rPr lang="en-US" smtClean="0"/>
              <a:pPr/>
              <a:t>‹#›</a:t>
            </a:fld>
            <a:endParaRPr lang="en-US" dirty="0"/>
          </a:p>
        </p:txBody>
      </p:sp>
    </p:spTree>
    <p:extLst>
      <p:ext uri="{BB962C8B-B14F-4D97-AF65-F5344CB8AC3E}">
        <p14:creationId xmlns:p14="http://schemas.microsoft.com/office/powerpoint/2010/main" val="9150921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10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hasCustomPrompt="1"/>
          </p:nvPr>
        </p:nvSpPr>
        <p:spPr>
          <a:xfrm>
            <a:off x="343071" y="1320802"/>
            <a:ext cx="11602186" cy="41574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11906" y="5843356"/>
            <a:ext cx="3599902" cy="1014644"/>
          </a:xfrm>
          <a:prstGeom prst="rect">
            <a:avLst/>
          </a:prstGeom>
        </p:spPr>
      </p:pic>
      <p:sp>
        <p:nvSpPr>
          <p:cNvPr id="7" name="Slide Number Placeholder 5"/>
          <p:cNvSpPr>
            <a:spLocks noGrp="1"/>
          </p:cNvSpPr>
          <p:nvPr>
            <p:ph type="sldNum" sz="quarter" idx="4"/>
          </p:nvPr>
        </p:nvSpPr>
        <p:spPr>
          <a:xfrm>
            <a:off x="251254" y="5478231"/>
            <a:ext cx="2743200" cy="365125"/>
          </a:xfrm>
          <a:prstGeom prst="rect">
            <a:avLst/>
          </a:prstGeom>
        </p:spPr>
        <p:txBody>
          <a:bodyPr anchor="ctr"/>
          <a:lstStyle>
            <a:lvl1pPr algn="l">
              <a:defRPr sz="1100"/>
            </a:lvl1pPr>
          </a:lstStyle>
          <a:p>
            <a:fld id="{8E8422E8-9C2C-4CEB-A727-DCA5E9F32E18}" type="slidenum">
              <a:rPr lang="en-US" smtClean="0"/>
              <a:pPr/>
              <a:t>‹#›</a:t>
            </a:fld>
            <a:endParaRPr lang="en-US" dirty="0"/>
          </a:p>
        </p:txBody>
      </p:sp>
    </p:spTree>
    <p:extLst>
      <p:ext uri="{BB962C8B-B14F-4D97-AF65-F5344CB8AC3E}">
        <p14:creationId xmlns:p14="http://schemas.microsoft.com/office/powerpoint/2010/main" val="19495617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1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hasCustomPrompt="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11906" y="5843356"/>
            <a:ext cx="3631780" cy="1026676"/>
          </a:xfrm>
          <a:prstGeom prst="rect">
            <a:avLst/>
          </a:prstGeom>
        </p:spPr>
      </p:pic>
      <p:sp>
        <p:nvSpPr>
          <p:cNvPr id="7" name="Slide Number Placeholder 5"/>
          <p:cNvSpPr>
            <a:spLocks noGrp="1"/>
          </p:cNvSpPr>
          <p:nvPr>
            <p:ph type="sldNum" sz="quarter" idx="4"/>
          </p:nvPr>
        </p:nvSpPr>
        <p:spPr>
          <a:xfrm>
            <a:off x="251254" y="5478231"/>
            <a:ext cx="2743200" cy="365125"/>
          </a:xfrm>
          <a:prstGeom prst="rect">
            <a:avLst/>
          </a:prstGeom>
        </p:spPr>
        <p:txBody>
          <a:bodyPr anchor="ctr"/>
          <a:lstStyle>
            <a:lvl1pPr algn="l">
              <a:defRPr sz="1100"/>
            </a:lvl1pPr>
          </a:lstStyle>
          <a:p>
            <a:fld id="{8E8422E8-9C2C-4CEB-A727-DCA5E9F32E18}" type="slidenum">
              <a:rPr lang="en-US" smtClean="0"/>
              <a:pPr/>
              <a:t>‹#›</a:t>
            </a:fld>
            <a:endParaRPr lang="en-US" dirty="0"/>
          </a:p>
        </p:txBody>
      </p:sp>
    </p:spTree>
    <p:extLst>
      <p:ext uri="{BB962C8B-B14F-4D97-AF65-F5344CB8AC3E}">
        <p14:creationId xmlns:p14="http://schemas.microsoft.com/office/powerpoint/2010/main" val="9826340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1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hasCustomPrompt="1"/>
          </p:nvPr>
        </p:nvSpPr>
        <p:spPr>
          <a:xfrm>
            <a:off x="343071" y="1320800"/>
            <a:ext cx="11602186" cy="415743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18021" y="5843356"/>
            <a:ext cx="3582314" cy="1014644"/>
          </a:xfrm>
          <a:prstGeom prst="rect">
            <a:avLst/>
          </a:prstGeom>
        </p:spPr>
      </p:pic>
      <p:sp>
        <p:nvSpPr>
          <p:cNvPr id="8" name="Slide Number Placeholder 5"/>
          <p:cNvSpPr>
            <a:spLocks noGrp="1"/>
          </p:cNvSpPr>
          <p:nvPr>
            <p:ph type="sldNum" sz="quarter" idx="4"/>
          </p:nvPr>
        </p:nvSpPr>
        <p:spPr>
          <a:xfrm>
            <a:off x="251254" y="5478231"/>
            <a:ext cx="2743200" cy="365125"/>
          </a:xfrm>
          <a:prstGeom prst="rect">
            <a:avLst/>
          </a:prstGeom>
        </p:spPr>
        <p:txBody>
          <a:bodyPr anchor="ctr"/>
          <a:lstStyle>
            <a:lvl1pPr algn="l">
              <a:defRPr sz="1100"/>
            </a:lvl1pPr>
          </a:lstStyle>
          <a:p>
            <a:fld id="{8E8422E8-9C2C-4CEB-A727-DCA5E9F32E18}" type="slidenum">
              <a:rPr lang="en-US" smtClean="0"/>
              <a:pPr/>
              <a:t>‹#›</a:t>
            </a:fld>
            <a:endParaRPr lang="en-US" dirty="0"/>
          </a:p>
        </p:txBody>
      </p:sp>
    </p:spTree>
    <p:extLst>
      <p:ext uri="{BB962C8B-B14F-4D97-AF65-F5344CB8AC3E}">
        <p14:creationId xmlns:p14="http://schemas.microsoft.com/office/powerpoint/2010/main" val="7249156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cSld name="3_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81"/>
            <a:ext cx="12192000" cy="3828288"/>
          </a:xfrm>
          <a:prstGeom prst="rect">
            <a:avLst/>
          </a:prstGeom>
        </p:spPr>
      </p:pic>
      <p:sp>
        <p:nvSpPr>
          <p:cNvPr id="10" name="Rectangle 9"/>
          <p:cNvSpPr/>
          <p:nvPr userDrawn="1"/>
        </p:nvSpPr>
        <p:spPr>
          <a:xfrm>
            <a:off x="0" y="3759200"/>
            <a:ext cx="12192000" cy="3098799"/>
          </a:xfrm>
          <a:prstGeom prst="rect">
            <a:avLst/>
          </a:prstGeom>
          <a:solidFill>
            <a:srgbClr val="0A33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712744" y="4160837"/>
            <a:ext cx="7153276" cy="1452562"/>
          </a:xfrm>
        </p:spPr>
        <p:txBody>
          <a:bodyPr anchor="ctr">
            <a:noAutofit/>
          </a:bodyPr>
          <a:lstStyle>
            <a:lvl1pPr algn="l">
              <a:defRPr sz="4000">
                <a:solidFill>
                  <a:schemeClr val="bg1"/>
                </a:solidFill>
                <a:latin typeface="Arial Narrow" panose="020B0606020202030204" pitchFamily="34" charset="0"/>
              </a:defRPr>
            </a:lvl1pPr>
          </a:lstStyle>
          <a:p>
            <a:r>
              <a:rPr lang="en-US" dirty="0"/>
              <a:t>CLICK TO EDIT MASTER TITLE STYLE</a:t>
            </a:r>
          </a:p>
        </p:txBody>
      </p:sp>
      <p:sp>
        <p:nvSpPr>
          <p:cNvPr id="3" name="Subtitle 2"/>
          <p:cNvSpPr>
            <a:spLocks noGrp="1"/>
          </p:cNvSpPr>
          <p:nvPr>
            <p:ph type="subTitle" idx="1" hasCustomPrompt="1"/>
          </p:nvPr>
        </p:nvSpPr>
        <p:spPr>
          <a:xfrm>
            <a:off x="3712744" y="5749924"/>
            <a:ext cx="7153276" cy="695325"/>
          </a:xfrm>
        </p:spPr>
        <p:txBody>
          <a:bodyPr anchor="ctr"/>
          <a:lstStyle>
            <a:lvl1pPr marL="0" indent="0" algn="l">
              <a:buNone/>
              <a:defRPr sz="2400">
                <a:solidFill>
                  <a:srgbClr val="FDB913"/>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4" name="Rectangle 13"/>
          <p:cNvSpPr/>
          <p:nvPr userDrawn="1"/>
        </p:nvSpPr>
        <p:spPr>
          <a:xfrm>
            <a:off x="3223635" y="4160837"/>
            <a:ext cx="45719" cy="2284412"/>
          </a:xfrm>
          <a:prstGeom prst="rect">
            <a:avLst/>
          </a:prstGeom>
          <a:solidFill>
            <a:srgbClr val="FDB9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71718" y="4525926"/>
            <a:ext cx="2796335" cy="1635312"/>
          </a:xfrm>
          <a:prstGeom prst="rect">
            <a:avLst/>
          </a:prstGeom>
        </p:spPr>
      </p:pic>
    </p:spTree>
    <p:extLst>
      <p:ext uri="{BB962C8B-B14F-4D97-AF65-F5344CB8AC3E}">
        <p14:creationId xmlns:p14="http://schemas.microsoft.com/office/powerpoint/2010/main" val="3357990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image" Target="../media/image14.jpg"/><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image" Target="../media/image1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52401"/>
            <a:ext cx="11010900" cy="11938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536700"/>
            <a:ext cx="11010900" cy="45038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838200" y="6236056"/>
            <a:ext cx="2743200" cy="365125"/>
          </a:xfrm>
          <a:prstGeom prst="rect">
            <a:avLst/>
          </a:prstGeom>
        </p:spPr>
        <p:txBody>
          <a:bodyPr vert="horz" lIns="91440" tIns="45720" rIns="91440" bIns="45720" rtlCol="0" anchor="ctr"/>
          <a:lstStyle>
            <a:lvl1pPr algn="l">
              <a:defRPr sz="1200">
                <a:solidFill>
                  <a:schemeClr val="tx1"/>
                </a:solidFill>
              </a:defRPr>
            </a:lvl1pPr>
          </a:lstStyle>
          <a:p>
            <a:fld id="{2C2A6AE3-36F9-4B37-9E3B-E1F236E2353C}" type="slidenum">
              <a:rPr lang="en-US" smtClean="0"/>
              <a:pPr/>
              <a:t>‹#›</a:t>
            </a:fld>
            <a:endParaRPr lang="en-US" dirty="0"/>
          </a:p>
        </p:txBody>
      </p:sp>
      <p:sp>
        <p:nvSpPr>
          <p:cNvPr id="7" name="Rectangle 6"/>
          <p:cNvSpPr/>
          <p:nvPr userDrawn="1"/>
        </p:nvSpPr>
        <p:spPr>
          <a:xfrm>
            <a:off x="0" y="0"/>
            <a:ext cx="447675" cy="6858000"/>
          </a:xfrm>
          <a:prstGeom prst="rect">
            <a:avLst/>
          </a:prstGeom>
          <a:solidFill>
            <a:srgbClr val="0A33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436244" y="0"/>
            <a:ext cx="114300" cy="6858000"/>
          </a:xfrm>
          <a:prstGeom prst="rect">
            <a:avLst/>
          </a:prstGeom>
          <a:solidFill>
            <a:srgbClr val="FDB9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8697996" y="6159337"/>
            <a:ext cx="3151104" cy="518565"/>
          </a:xfrm>
          <a:prstGeom prst="rect">
            <a:avLst/>
          </a:prstGeom>
        </p:spPr>
      </p:pic>
    </p:spTree>
    <p:extLst>
      <p:ext uri="{BB962C8B-B14F-4D97-AF65-F5344CB8AC3E}">
        <p14:creationId xmlns:p14="http://schemas.microsoft.com/office/powerpoint/2010/main" val="11840494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88" r:id="rId6"/>
    <p:sldLayoutId id="2147483666" r:id="rId7"/>
    <p:sldLayoutId id="2147483667" r:id="rId8"/>
    <p:sldLayoutId id="2147483689" r:id="rId9"/>
    <p:sldLayoutId id="2147483669" r:id="rId10"/>
    <p:sldLayoutId id="2147483668" r:id="rId11"/>
    <p:sldLayoutId id="2147483670" r:id="rId12"/>
    <p:sldLayoutId id="2147483671" r:id="rId13"/>
    <p:sldLayoutId id="2147483672" r:id="rId14"/>
    <p:sldLayoutId id="2147483673" r:id="rId15"/>
    <p:sldLayoutId id="2147483674" r:id="rId16"/>
    <p:sldLayoutId id="2147483690" r:id="rId17"/>
  </p:sldLayoutIdLst>
  <p:hf hdr="0" ftr="0" dt="0"/>
  <p:txStyles>
    <p:titleStyle>
      <a:lvl1pPr algn="l" defTabSz="914400" rtl="0" eaLnBrk="1" latinLnBrk="0" hangingPunct="1">
        <a:lnSpc>
          <a:spcPct val="90000"/>
        </a:lnSpc>
        <a:spcBef>
          <a:spcPct val="0"/>
        </a:spcBef>
        <a:buNone/>
        <a:defRPr sz="3600" b="1" kern="1200">
          <a:solidFill>
            <a:srgbClr val="0A3370"/>
          </a:solidFill>
          <a:latin typeface="Arial Narrow" panose="020B0606020202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3071" y="235975"/>
            <a:ext cx="11602186" cy="92988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343071" y="1320801"/>
            <a:ext cx="11602186" cy="415743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p:nvPr userDrawn="1"/>
        </p:nvSpPr>
        <p:spPr>
          <a:xfrm>
            <a:off x="0" y="5843356"/>
            <a:ext cx="12192000" cy="1014644"/>
          </a:xfrm>
          <a:prstGeom prst="rect">
            <a:avLst/>
          </a:prstGeom>
          <a:solidFill>
            <a:srgbClr val="0A33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p:cNvPicPr>
            <a:picLocks noChangeAspect="1"/>
          </p:cNvPicPr>
          <p:nvPr userDrawn="1"/>
        </p:nvPicPr>
        <p:blipFill rotWithShape="1">
          <a:blip r:embed="rId14" cstate="print">
            <a:extLst>
              <a:ext uri="{28A0092B-C50C-407E-A947-70E740481C1C}">
                <a14:useLocalDpi xmlns:a14="http://schemas.microsoft.com/office/drawing/2010/main" val="0"/>
              </a:ext>
            </a:extLst>
          </a:blip>
          <a:srcRect l="2250" t="6265" r="2070" b="6044"/>
          <a:stretch/>
        </p:blipFill>
        <p:spPr>
          <a:xfrm>
            <a:off x="343071" y="6091697"/>
            <a:ext cx="3434209" cy="517961"/>
          </a:xfrm>
          <a:prstGeom prst="rect">
            <a:avLst/>
          </a:prstGeom>
        </p:spPr>
      </p:pic>
      <p:pic>
        <p:nvPicPr>
          <p:cNvPr id="8" name="Picture 7"/>
          <p:cNvPicPr>
            <a:picLocks noChangeAspect="1"/>
          </p:cNvPicPr>
          <p:nvPr userDrawn="1"/>
        </p:nvPicPr>
        <p:blipFill rotWithShape="1">
          <a:blip r:embed="rId15">
            <a:extLst>
              <a:ext uri="{28A0092B-C50C-407E-A947-70E740481C1C}">
                <a14:useLocalDpi xmlns:a14="http://schemas.microsoft.com/office/drawing/2010/main" val="0"/>
              </a:ext>
            </a:extLst>
          </a:blip>
          <a:srcRect b="448"/>
          <a:stretch/>
        </p:blipFill>
        <p:spPr>
          <a:xfrm>
            <a:off x="8613301" y="5841925"/>
            <a:ext cx="3618167" cy="1016075"/>
          </a:xfrm>
          <a:prstGeom prst="rect">
            <a:avLst/>
          </a:prstGeom>
        </p:spPr>
      </p:pic>
      <p:sp>
        <p:nvSpPr>
          <p:cNvPr id="24" name="Rectangle 23"/>
          <p:cNvSpPr/>
          <p:nvPr userDrawn="1"/>
        </p:nvSpPr>
        <p:spPr>
          <a:xfrm>
            <a:off x="8569139" y="5843356"/>
            <a:ext cx="45719" cy="1014644"/>
          </a:xfrm>
          <a:prstGeom prst="rect">
            <a:avLst/>
          </a:prstGeom>
          <a:solidFill>
            <a:srgbClr val="FDB9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5"/>
          <p:cNvSpPr>
            <a:spLocks noGrp="1"/>
          </p:cNvSpPr>
          <p:nvPr>
            <p:ph type="sldNum" sz="quarter" idx="4"/>
          </p:nvPr>
        </p:nvSpPr>
        <p:spPr>
          <a:xfrm>
            <a:off x="251254" y="5478231"/>
            <a:ext cx="2743200" cy="365125"/>
          </a:xfrm>
          <a:prstGeom prst="rect">
            <a:avLst/>
          </a:prstGeom>
        </p:spPr>
        <p:txBody>
          <a:bodyPr anchor="ctr"/>
          <a:lstStyle>
            <a:lvl1pPr algn="l">
              <a:defRPr sz="1100"/>
            </a:lvl1pPr>
          </a:lstStyle>
          <a:p>
            <a:fld id="{8E8422E8-9C2C-4CEB-A727-DCA5E9F32E18}" type="slidenum">
              <a:rPr lang="en-US" smtClean="0"/>
              <a:pPr/>
              <a:t>‹#›</a:t>
            </a:fld>
            <a:endParaRPr lang="en-US" dirty="0"/>
          </a:p>
        </p:txBody>
      </p:sp>
    </p:spTree>
    <p:extLst>
      <p:ext uri="{BB962C8B-B14F-4D97-AF65-F5344CB8AC3E}">
        <p14:creationId xmlns:p14="http://schemas.microsoft.com/office/powerpoint/2010/main" val="1395737525"/>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91" r:id="rId12"/>
  </p:sldLayoutIdLst>
  <p:hf hdr="0" ftr="0" dt="0"/>
  <p:txStyles>
    <p:titleStyle>
      <a:lvl1pPr algn="l" defTabSz="914400" rtl="0" eaLnBrk="1" latinLnBrk="0" hangingPunct="1">
        <a:lnSpc>
          <a:spcPct val="90000"/>
        </a:lnSpc>
        <a:spcBef>
          <a:spcPct val="0"/>
        </a:spcBef>
        <a:buNone/>
        <a:defRPr sz="3600" b="1" kern="1200">
          <a:solidFill>
            <a:srgbClr val="0A3370"/>
          </a:solidFill>
          <a:latin typeface="Arial Narrow" panose="020B0606020202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hyperlink" Target="https://www.scrum.org/resources/blog/how-do-scrum-roles-drive-team-success" TargetMode="External"/><Relationship Id="rId2" Type="http://schemas.openxmlformats.org/officeDocument/2006/relationships/hyperlink" Target="https://doi.org/10.3390/info14120632" TargetMode="External"/><Relationship Id="rId1" Type="http://schemas.openxmlformats.org/officeDocument/2006/relationships/slideLayout" Target="../slideLayouts/slideLayout25.xml"/><Relationship Id="rId5" Type="http://schemas.openxmlformats.org/officeDocument/2006/relationships/hyperlink" Target="https://doi.org/10.1016/j.procs.2021.01.227" TargetMode="External"/><Relationship Id="rId4" Type="http://schemas.openxmlformats.org/officeDocument/2006/relationships/hyperlink" Target="https://doi.org/10.1007/s13198-023-01958-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Scrum-Agile at </a:t>
            </a:r>
            <a:r>
              <a:rPr lang="en-US" dirty="0" err="1"/>
              <a:t>ChadaTech</a:t>
            </a:r>
            <a:br>
              <a:rPr lang="en-US" dirty="0"/>
            </a:br>
            <a:r>
              <a:rPr lang="en-US" dirty="0"/>
              <a:t>Lessons Learned</a:t>
            </a:r>
          </a:p>
        </p:txBody>
      </p:sp>
      <p:sp>
        <p:nvSpPr>
          <p:cNvPr id="3" name="Subtitle 2"/>
          <p:cNvSpPr>
            <a:spLocks noGrp="1"/>
          </p:cNvSpPr>
          <p:nvPr>
            <p:ph type="subTitle" idx="1"/>
          </p:nvPr>
        </p:nvSpPr>
        <p:spPr/>
        <p:txBody>
          <a:bodyPr>
            <a:normAutofit fontScale="92500" lnSpcReduction="20000"/>
          </a:bodyPr>
          <a:lstStyle/>
          <a:p>
            <a:r>
              <a:rPr lang="en-US" dirty="0"/>
              <a:t>CS 250: Software Development Lifecycle</a:t>
            </a:r>
          </a:p>
          <a:p>
            <a:r>
              <a:rPr lang="en-US" dirty="0"/>
              <a:t>Phillip Wesley</a:t>
            </a:r>
          </a:p>
        </p:txBody>
      </p:sp>
      <p:sp>
        <p:nvSpPr>
          <p:cNvPr id="5" name="Rectangle 4" descr="Decrative">
            <a:extLst>
              <a:ext uri="{FF2B5EF4-FFF2-40B4-BE49-F238E27FC236}">
                <a16:creationId xmlns:a16="http://schemas.microsoft.com/office/drawing/2014/main" id="{914668B1-F9FC-E341-88A5-3336B55073A2}"/>
              </a:ext>
            </a:extLst>
          </p:cNvPr>
          <p:cNvSpPr/>
          <p:nvPr/>
        </p:nvSpPr>
        <p:spPr>
          <a:xfrm>
            <a:off x="5977217" y="3244334"/>
            <a:ext cx="237566" cy="369332"/>
          </a:xfrm>
          <a:prstGeom prst="rect">
            <a:avLst/>
          </a:prstGeom>
        </p:spPr>
        <p:txBody>
          <a:bodyPr wrap="none">
            <a:spAutoFit/>
          </a:bodyPr>
          <a:lstStyle/>
          <a:p>
            <a:r>
              <a:rPr lang="en-US" dirty="0">
                <a:latin typeface="Calibri" panose="020F0502020204030204" pitchFamily="34" charset="0"/>
                <a:ea typeface="Calibri" panose="020F0502020204030204" pitchFamily="34" charset="0"/>
              </a:rPr>
              <a:t> </a:t>
            </a:r>
          </a:p>
        </p:txBody>
      </p:sp>
      <p:sp>
        <p:nvSpPr>
          <p:cNvPr id="6" name="Subtitle 2">
            <a:extLst>
              <a:ext uri="{FF2B5EF4-FFF2-40B4-BE49-F238E27FC236}">
                <a16:creationId xmlns:a16="http://schemas.microsoft.com/office/drawing/2014/main" id="{3FF5D79E-4564-744F-9BD9-B109E8452587}"/>
              </a:ext>
            </a:extLst>
          </p:cNvPr>
          <p:cNvSpPr txBox="1">
            <a:spLocks/>
          </p:cNvSpPr>
          <p:nvPr/>
        </p:nvSpPr>
        <p:spPr>
          <a:xfrm>
            <a:off x="3712744" y="5054599"/>
            <a:ext cx="7153276" cy="695325"/>
          </a:xfrm>
          <a:prstGeom prst="rect">
            <a:avLst/>
          </a:prstGeom>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rgbClr val="FDB913"/>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1100" dirty="0"/>
          </a:p>
        </p:txBody>
      </p:sp>
    </p:spTree>
    <p:extLst>
      <p:ext uri="{BB962C8B-B14F-4D97-AF65-F5344CB8AC3E}">
        <p14:creationId xmlns:p14="http://schemas.microsoft.com/office/powerpoint/2010/main" val="478336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3071" y="235975"/>
            <a:ext cx="11602186" cy="929884"/>
          </a:xfrm>
        </p:spPr>
        <p:txBody>
          <a:bodyPr anchor="ctr">
            <a:normAutofit/>
          </a:bodyPr>
          <a:lstStyle/>
          <a:p>
            <a:r>
              <a:rPr lang="en-US" dirty="0"/>
              <a:t>The Scrum Team</a:t>
            </a:r>
          </a:p>
        </p:txBody>
      </p:sp>
      <p:sp>
        <p:nvSpPr>
          <p:cNvPr id="4" name="Slide Number Placeholder 3"/>
          <p:cNvSpPr>
            <a:spLocks noGrp="1"/>
          </p:cNvSpPr>
          <p:nvPr>
            <p:ph type="sldNum" sz="quarter" idx="4"/>
          </p:nvPr>
        </p:nvSpPr>
        <p:spPr>
          <a:xfrm>
            <a:off x="251254" y="5478231"/>
            <a:ext cx="2743200" cy="365125"/>
          </a:xfrm>
        </p:spPr>
        <p:txBody>
          <a:bodyPr anchor="ctr">
            <a:normAutofit/>
          </a:bodyPr>
          <a:lstStyle/>
          <a:p>
            <a:pPr>
              <a:spcAft>
                <a:spcPts val="600"/>
              </a:spcAft>
            </a:pPr>
            <a:fld id="{8E8422E8-9C2C-4CEB-A727-DCA5E9F32E18}" type="slidenum">
              <a:rPr lang="en-US" smtClean="0"/>
              <a:pPr>
                <a:spcAft>
                  <a:spcPts val="600"/>
                </a:spcAft>
              </a:pPr>
              <a:t>2</a:t>
            </a:fld>
            <a:endParaRPr lang="en-US"/>
          </a:p>
        </p:txBody>
      </p:sp>
      <p:graphicFrame>
        <p:nvGraphicFramePr>
          <p:cNvPr id="6" name="Content Placeholder 2">
            <a:extLst>
              <a:ext uri="{FF2B5EF4-FFF2-40B4-BE49-F238E27FC236}">
                <a16:creationId xmlns:a16="http://schemas.microsoft.com/office/drawing/2014/main" id="{93769F67-0E6B-94B4-4170-E07E06E10EA1}"/>
              </a:ext>
            </a:extLst>
          </p:cNvPr>
          <p:cNvGraphicFramePr>
            <a:graphicFrameLocks noGrp="1"/>
          </p:cNvGraphicFramePr>
          <p:nvPr>
            <p:ph idx="1"/>
            <p:extLst>
              <p:ext uri="{D42A27DB-BD31-4B8C-83A1-F6EECF244321}">
                <p14:modId xmlns:p14="http://schemas.microsoft.com/office/powerpoint/2010/main" val="3292440349"/>
              </p:ext>
            </p:extLst>
          </p:nvPr>
        </p:nvGraphicFramePr>
        <p:xfrm>
          <a:off x="343071" y="1320801"/>
          <a:ext cx="11602186" cy="41574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16EF5048-943C-DB43-7E83-C84A06FF31A8}"/>
              </a:ext>
            </a:extLst>
          </p:cNvPr>
          <p:cNvSpPr txBox="1"/>
          <p:nvPr/>
        </p:nvSpPr>
        <p:spPr>
          <a:xfrm>
            <a:off x="5917628" y="5478231"/>
            <a:ext cx="6119446" cy="923330"/>
          </a:xfrm>
          <a:prstGeom prst="rect">
            <a:avLst/>
          </a:prstGeom>
          <a:noFill/>
        </p:spPr>
        <p:txBody>
          <a:bodyPr wrap="square" rtlCol="0">
            <a:spAutoFit/>
          </a:bodyPr>
          <a:lstStyle/>
          <a:p>
            <a:pPr algn="r"/>
            <a:r>
              <a:rPr lang="en-US" dirty="0"/>
              <a:t>(Malmstadt, 2024)</a:t>
            </a:r>
          </a:p>
          <a:p>
            <a:pPr algn="ctr"/>
            <a:endParaRPr lang="en-US" dirty="0"/>
          </a:p>
          <a:p>
            <a:pPr algn="ctr"/>
            <a:endParaRPr lang="en-US" dirty="0"/>
          </a:p>
        </p:txBody>
      </p:sp>
    </p:spTree>
    <p:extLst>
      <p:ext uri="{BB962C8B-B14F-4D97-AF65-F5344CB8AC3E}">
        <p14:creationId xmlns:p14="http://schemas.microsoft.com/office/powerpoint/2010/main" val="3826511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59D129A-FD8C-BA00-CEAB-4AFBBBEFCBA0}"/>
              </a:ext>
            </a:extLst>
          </p:cNvPr>
          <p:cNvSpPr txBox="1"/>
          <p:nvPr/>
        </p:nvSpPr>
        <p:spPr>
          <a:xfrm>
            <a:off x="343071" y="1320802"/>
            <a:ext cx="9129348" cy="4157430"/>
          </a:xfrm>
          <a:prstGeom prst="rect">
            <a:avLst/>
          </a:prstGeom>
        </p:spPr>
        <p:txBody>
          <a:bodyPr vert="horz" lIns="91440" tIns="45720" rIns="91440" bIns="45720" rtlCol="0">
            <a:normAutofit/>
          </a:bodyPr>
          <a:lstStyle/>
          <a:p>
            <a:pPr marL="228600" indent="-228600">
              <a:spcBef>
                <a:spcPts val="1000"/>
              </a:spcBef>
              <a:buFont typeface="Arial" panose="020B0604020202020204" pitchFamily="34" charset="0"/>
              <a:buChar char="•"/>
            </a:pPr>
            <a:r>
              <a:rPr lang="en-US" sz="2800" kern="1200" dirty="0"/>
              <a:t>Agile does not eliminate the stages of the SDLC. It repeats them in smaller cycles so feedback can influence what happens next (Mishra &amp; Alzoubi, 2023).</a:t>
            </a:r>
          </a:p>
          <a:p>
            <a:pPr marL="228600" indent="-228600">
              <a:spcBef>
                <a:spcPts val="1000"/>
              </a:spcBef>
              <a:buFont typeface="Arial" panose="020B0604020202020204" pitchFamily="34" charset="0"/>
              <a:buChar char="•"/>
            </a:pPr>
            <a:r>
              <a:rPr lang="en-US" sz="2800" kern="1200" dirty="0"/>
              <a:t>Requirements are refined as the product develops.</a:t>
            </a:r>
          </a:p>
          <a:p>
            <a:pPr marL="228600" lvl="0" indent="-228600">
              <a:spcBef>
                <a:spcPts val="1000"/>
              </a:spcBef>
              <a:buFont typeface="Arial" panose="020B0604020202020204" pitchFamily="34" charset="0"/>
              <a:buChar char="•"/>
            </a:pPr>
            <a:r>
              <a:rPr lang="en-US" sz="2800" kern="1200" dirty="0"/>
              <a:t>Development and testing happen throughout the project.</a:t>
            </a:r>
          </a:p>
          <a:p>
            <a:pPr marL="228600" lvl="0" indent="-228600">
              <a:spcBef>
                <a:spcPts val="1000"/>
              </a:spcBef>
              <a:buFont typeface="Arial" panose="020B0604020202020204" pitchFamily="34" charset="0"/>
              <a:buChar char="•"/>
            </a:pPr>
            <a:r>
              <a:rPr lang="en-US" sz="2800" kern="1200" dirty="0"/>
              <a:t>Feedback from one increment helps shape the next.</a:t>
            </a:r>
          </a:p>
          <a:p>
            <a:pPr marL="228600" indent="-228600">
              <a:spcBef>
                <a:spcPts val="1000"/>
              </a:spcBef>
              <a:buFont typeface="Arial" panose="020B0604020202020204" pitchFamily="34" charset="0"/>
              <a:buChar char="•"/>
            </a:pPr>
            <a:endParaRPr lang="en-US" sz="2800" kern="1200" dirty="0"/>
          </a:p>
        </p:txBody>
      </p:sp>
      <p:sp>
        <p:nvSpPr>
          <p:cNvPr id="2" name="Title 1"/>
          <p:cNvSpPr>
            <a:spLocks noGrp="1"/>
          </p:cNvSpPr>
          <p:nvPr>
            <p:ph type="title"/>
          </p:nvPr>
        </p:nvSpPr>
        <p:spPr>
          <a:xfrm>
            <a:off x="343071" y="235975"/>
            <a:ext cx="11602186" cy="929884"/>
          </a:xfrm>
        </p:spPr>
        <p:txBody>
          <a:bodyPr anchor="ctr">
            <a:normAutofit/>
          </a:bodyPr>
          <a:lstStyle/>
          <a:p>
            <a:r>
              <a:rPr lang="en-US" dirty="0"/>
              <a:t>Agile Through the SDLC</a:t>
            </a:r>
          </a:p>
        </p:txBody>
      </p:sp>
      <p:sp>
        <p:nvSpPr>
          <p:cNvPr id="4" name="Slide Number Placeholder 3"/>
          <p:cNvSpPr>
            <a:spLocks noGrp="1"/>
          </p:cNvSpPr>
          <p:nvPr>
            <p:ph type="sldNum" sz="quarter" idx="4"/>
          </p:nvPr>
        </p:nvSpPr>
        <p:spPr>
          <a:xfrm>
            <a:off x="251254" y="5478231"/>
            <a:ext cx="2743200" cy="365125"/>
          </a:xfrm>
        </p:spPr>
        <p:txBody>
          <a:bodyPr anchor="ctr">
            <a:normAutofit/>
          </a:bodyPr>
          <a:lstStyle/>
          <a:p>
            <a:pPr>
              <a:spcAft>
                <a:spcPts val="600"/>
              </a:spcAft>
            </a:pPr>
            <a:fld id="{8E8422E8-9C2C-4CEB-A727-DCA5E9F32E18}" type="slidenum">
              <a:rPr lang="en-US" smtClean="0"/>
              <a:pPr>
                <a:spcAft>
                  <a:spcPts val="600"/>
                </a:spcAft>
              </a:pPr>
              <a:t>3</a:t>
            </a:fld>
            <a:endParaRPr lang="en-US"/>
          </a:p>
        </p:txBody>
      </p:sp>
      <p:sp>
        <p:nvSpPr>
          <p:cNvPr id="3" name="Content Placeholder 2"/>
          <p:cNvSpPr>
            <a:spLocks noGrp="1"/>
          </p:cNvSpPr>
          <p:nvPr>
            <p:ph idx="1"/>
          </p:nvPr>
        </p:nvSpPr>
        <p:spPr>
          <a:xfrm>
            <a:off x="9662919" y="1320802"/>
            <a:ext cx="2282337" cy="4157430"/>
          </a:xfrm>
        </p:spPr>
        <p:txBody>
          <a:bodyPr>
            <a:normAutofit/>
          </a:bodyPr>
          <a:lstStyle/>
          <a:p>
            <a:pPr marL="0" indent="0" algn="ctr">
              <a:buNone/>
            </a:pPr>
            <a:r>
              <a:rPr lang="en-US" sz="2600" b="1" kern="1200" dirty="0"/>
              <a:t>Plan</a:t>
            </a:r>
            <a:br>
              <a:rPr lang="en-US" sz="2600" kern="1200" dirty="0"/>
            </a:br>
            <a:r>
              <a:rPr lang="en-US" sz="2600" kern="1200" dirty="0"/>
              <a:t>↓</a:t>
            </a:r>
            <a:br>
              <a:rPr lang="en-US" sz="2600" kern="1200" dirty="0"/>
            </a:br>
            <a:r>
              <a:rPr lang="en-US" sz="2600" b="1" kern="1200" dirty="0"/>
              <a:t>Design</a:t>
            </a:r>
            <a:br>
              <a:rPr lang="en-US" sz="2600" kern="1200" dirty="0"/>
            </a:br>
            <a:r>
              <a:rPr lang="en-US" sz="2600" kern="1200" dirty="0"/>
              <a:t>↓</a:t>
            </a:r>
            <a:br>
              <a:rPr lang="en-US" sz="2600" kern="1200" dirty="0"/>
            </a:br>
            <a:r>
              <a:rPr lang="en-US" sz="2600" b="1" kern="1200" dirty="0"/>
              <a:t>Develop</a:t>
            </a:r>
            <a:br>
              <a:rPr lang="en-US" sz="2600" kern="1200" dirty="0"/>
            </a:br>
            <a:r>
              <a:rPr lang="en-US" sz="2600" kern="1200" dirty="0"/>
              <a:t>↓</a:t>
            </a:r>
            <a:br>
              <a:rPr lang="en-US" sz="2600" kern="1200" dirty="0"/>
            </a:br>
            <a:r>
              <a:rPr lang="en-US" sz="2600" b="1" kern="1200" dirty="0"/>
              <a:t>Test</a:t>
            </a:r>
            <a:br>
              <a:rPr lang="en-US" sz="2600" kern="1200" dirty="0"/>
            </a:br>
            <a:r>
              <a:rPr lang="en-US" sz="2600" kern="1200" dirty="0"/>
              <a:t>↓</a:t>
            </a:r>
            <a:br>
              <a:rPr lang="en-US" sz="2600" kern="1200" dirty="0"/>
            </a:br>
            <a:r>
              <a:rPr lang="en-US" sz="2600" b="1" kern="1200" dirty="0"/>
              <a:t>Review</a:t>
            </a:r>
            <a:br>
              <a:rPr lang="en-US" sz="2600" kern="1200" dirty="0"/>
            </a:br>
            <a:r>
              <a:rPr lang="en-US" sz="2600" kern="1200" dirty="0"/>
              <a:t>↓</a:t>
            </a:r>
            <a:br>
              <a:rPr lang="en-US" sz="2600" kern="1200" dirty="0"/>
            </a:br>
            <a:r>
              <a:rPr lang="en-US" sz="2600" b="1" kern="1200" dirty="0"/>
              <a:t>Repeat</a:t>
            </a:r>
          </a:p>
        </p:txBody>
      </p:sp>
    </p:spTree>
    <p:extLst>
      <p:ext uri="{BB962C8B-B14F-4D97-AF65-F5344CB8AC3E}">
        <p14:creationId xmlns:p14="http://schemas.microsoft.com/office/powerpoint/2010/main" val="1624949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3071" y="235975"/>
            <a:ext cx="11602186" cy="929884"/>
          </a:xfrm>
        </p:spPr>
        <p:txBody>
          <a:bodyPr anchor="ctr">
            <a:normAutofit/>
          </a:bodyPr>
          <a:lstStyle/>
          <a:p>
            <a:r>
              <a:rPr lang="en-US" dirty="0"/>
              <a:t>SNHU Travel Put Agile to the Test</a:t>
            </a:r>
          </a:p>
        </p:txBody>
      </p:sp>
      <p:sp>
        <p:nvSpPr>
          <p:cNvPr id="4" name="Slide Number Placeholder 3"/>
          <p:cNvSpPr>
            <a:spLocks noGrp="1"/>
          </p:cNvSpPr>
          <p:nvPr>
            <p:ph type="sldNum" sz="quarter" idx="4"/>
          </p:nvPr>
        </p:nvSpPr>
        <p:spPr>
          <a:xfrm>
            <a:off x="251254" y="5478231"/>
            <a:ext cx="2743200" cy="365125"/>
          </a:xfrm>
        </p:spPr>
        <p:txBody>
          <a:bodyPr anchor="ctr">
            <a:normAutofit/>
          </a:bodyPr>
          <a:lstStyle/>
          <a:p>
            <a:pPr>
              <a:spcAft>
                <a:spcPts val="600"/>
              </a:spcAft>
            </a:pPr>
            <a:fld id="{8E8422E8-9C2C-4CEB-A727-DCA5E9F32E18}" type="slidenum">
              <a:rPr lang="en-US" smtClean="0"/>
              <a:pPr>
                <a:spcAft>
                  <a:spcPts val="600"/>
                </a:spcAft>
              </a:pPr>
              <a:t>4</a:t>
            </a:fld>
            <a:endParaRPr lang="en-US"/>
          </a:p>
        </p:txBody>
      </p:sp>
      <p:graphicFrame>
        <p:nvGraphicFramePr>
          <p:cNvPr id="6" name="Content Placeholder 2">
            <a:extLst>
              <a:ext uri="{FF2B5EF4-FFF2-40B4-BE49-F238E27FC236}">
                <a16:creationId xmlns:a16="http://schemas.microsoft.com/office/drawing/2014/main" id="{E4DCBC73-94F1-CB5A-5BA5-CEBAA3C683AD}"/>
              </a:ext>
            </a:extLst>
          </p:cNvPr>
          <p:cNvGraphicFramePr>
            <a:graphicFrameLocks noGrp="1"/>
          </p:cNvGraphicFramePr>
          <p:nvPr>
            <p:ph idx="1"/>
            <p:extLst>
              <p:ext uri="{D42A27DB-BD31-4B8C-83A1-F6EECF244321}">
                <p14:modId xmlns:p14="http://schemas.microsoft.com/office/powerpoint/2010/main" val="467901609"/>
              </p:ext>
            </p:extLst>
          </p:nvPr>
        </p:nvGraphicFramePr>
        <p:xfrm>
          <a:off x="343071" y="1320801"/>
          <a:ext cx="11602186" cy="41574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17024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Agile vs. Waterfall</a:t>
            </a:r>
          </a:p>
        </p:txBody>
      </p:sp>
      <p:graphicFrame>
        <p:nvGraphicFramePr>
          <p:cNvPr id="6" name="Content Placeholder 5">
            <a:extLst>
              <a:ext uri="{FF2B5EF4-FFF2-40B4-BE49-F238E27FC236}">
                <a16:creationId xmlns:a16="http://schemas.microsoft.com/office/drawing/2014/main" id="{575717BC-B017-1633-F441-84DAC09AB90C}"/>
              </a:ext>
            </a:extLst>
          </p:cNvPr>
          <p:cNvGraphicFramePr>
            <a:graphicFrameLocks noGrp="1"/>
          </p:cNvGraphicFramePr>
          <p:nvPr>
            <p:ph idx="1"/>
            <p:extLst>
              <p:ext uri="{D42A27DB-BD31-4B8C-83A1-F6EECF244321}">
                <p14:modId xmlns:p14="http://schemas.microsoft.com/office/powerpoint/2010/main" val="2904821428"/>
              </p:ext>
            </p:extLst>
          </p:nvPr>
        </p:nvGraphicFramePr>
        <p:xfrm>
          <a:off x="251254" y="1003003"/>
          <a:ext cx="11603038" cy="2743200"/>
        </p:xfrm>
        <a:graphic>
          <a:graphicData uri="http://schemas.openxmlformats.org/drawingml/2006/table">
            <a:tbl>
              <a:tblPr/>
              <a:tblGrid>
                <a:gridCol w="5801519">
                  <a:extLst>
                    <a:ext uri="{9D8B030D-6E8A-4147-A177-3AD203B41FA5}">
                      <a16:colId xmlns:a16="http://schemas.microsoft.com/office/drawing/2014/main" val="2848534748"/>
                    </a:ext>
                  </a:extLst>
                </a:gridCol>
                <a:gridCol w="5801519">
                  <a:extLst>
                    <a:ext uri="{9D8B030D-6E8A-4147-A177-3AD203B41FA5}">
                      <a16:colId xmlns:a16="http://schemas.microsoft.com/office/drawing/2014/main" val="3164200080"/>
                    </a:ext>
                  </a:extLst>
                </a:gridCol>
              </a:tblGrid>
              <a:tr h="0">
                <a:tc>
                  <a:txBody>
                    <a:bodyPr/>
                    <a:lstStyle/>
                    <a:p>
                      <a:pPr algn="ctr">
                        <a:buNone/>
                      </a:pPr>
                      <a:r>
                        <a:rPr lang="en-US" sz="2400" b="1" dirty="0"/>
                        <a:t>Scrum-Agile</a:t>
                      </a:r>
                      <a:endParaRPr lang="en-US" sz="2400" dirty="0"/>
                    </a:p>
                  </a:txBody>
                  <a:tcPr anchor="ctr">
                    <a:lnL>
                      <a:noFill/>
                    </a:lnL>
                    <a:lnR>
                      <a:noFill/>
                    </a:lnR>
                    <a:lnT>
                      <a:noFill/>
                    </a:lnT>
                    <a:lnB>
                      <a:noFill/>
                    </a:lnB>
                    <a:noFill/>
                  </a:tcPr>
                </a:tc>
                <a:tc>
                  <a:txBody>
                    <a:bodyPr/>
                    <a:lstStyle/>
                    <a:p>
                      <a:pPr algn="ctr">
                        <a:buNone/>
                      </a:pPr>
                      <a:r>
                        <a:rPr lang="en-US" sz="2400" b="1" dirty="0"/>
                        <a:t>Waterfall</a:t>
                      </a:r>
                      <a:endParaRPr lang="en-US" sz="2400" dirty="0"/>
                    </a:p>
                  </a:txBody>
                  <a:tcPr anchor="ctr">
                    <a:lnL>
                      <a:noFill/>
                    </a:lnL>
                    <a:lnR>
                      <a:noFill/>
                    </a:lnR>
                    <a:lnT>
                      <a:noFill/>
                    </a:lnT>
                    <a:lnB>
                      <a:noFill/>
                    </a:lnB>
                    <a:noFill/>
                  </a:tcPr>
                </a:tc>
                <a:extLst>
                  <a:ext uri="{0D108BD9-81ED-4DB2-BD59-A6C34878D82A}">
                    <a16:rowId xmlns:a16="http://schemas.microsoft.com/office/drawing/2014/main" val="540770789"/>
                  </a:ext>
                </a:extLst>
              </a:tr>
              <a:tr h="0">
                <a:tc>
                  <a:txBody>
                    <a:bodyPr/>
                    <a:lstStyle/>
                    <a:p>
                      <a:pPr marL="342900" indent="-342900" algn="l">
                        <a:buFont typeface="Arial" panose="020B0604020202020204" pitchFamily="34" charset="0"/>
                        <a:buChar char="•"/>
                      </a:pPr>
                      <a:r>
                        <a:rPr lang="en-US" sz="2400" dirty="0"/>
                        <a:t>Iterative development</a:t>
                      </a:r>
                    </a:p>
                  </a:txBody>
                  <a:tcPr anchor="ctr">
                    <a:lnL>
                      <a:noFill/>
                    </a:lnL>
                    <a:lnR>
                      <a:noFill/>
                    </a:lnR>
                    <a:lnT>
                      <a:noFill/>
                    </a:lnT>
                    <a:lnB>
                      <a:noFill/>
                    </a:lnB>
                    <a:noFill/>
                  </a:tcPr>
                </a:tc>
                <a:tc>
                  <a:txBody>
                    <a:bodyPr/>
                    <a:lstStyle/>
                    <a:p>
                      <a:pPr marL="342900" indent="-342900" algn="l">
                        <a:buFont typeface="Arial" panose="020B0604020202020204" pitchFamily="34" charset="0"/>
                        <a:buChar char="•"/>
                      </a:pPr>
                      <a:r>
                        <a:rPr lang="en-US" sz="2400"/>
                        <a:t>Sequential development</a:t>
                      </a:r>
                    </a:p>
                  </a:txBody>
                  <a:tcPr anchor="ctr">
                    <a:lnL>
                      <a:noFill/>
                    </a:lnL>
                    <a:lnR>
                      <a:noFill/>
                    </a:lnR>
                    <a:lnT>
                      <a:noFill/>
                    </a:lnT>
                    <a:lnB>
                      <a:noFill/>
                    </a:lnB>
                    <a:noFill/>
                  </a:tcPr>
                </a:tc>
                <a:extLst>
                  <a:ext uri="{0D108BD9-81ED-4DB2-BD59-A6C34878D82A}">
                    <a16:rowId xmlns:a16="http://schemas.microsoft.com/office/drawing/2014/main" val="1523054493"/>
                  </a:ext>
                </a:extLst>
              </a:tr>
              <a:tr h="0">
                <a:tc>
                  <a:txBody>
                    <a:bodyPr/>
                    <a:lstStyle/>
                    <a:p>
                      <a:pPr marL="342900" indent="-342900" algn="l">
                        <a:buFont typeface="Arial" panose="020B0604020202020204" pitchFamily="34" charset="0"/>
                        <a:buChar char="•"/>
                      </a:pPr>
                      <a:r>
                        <a:rPr lang="en-US" sz="2400" dirty="0"/>
                        <a:t>Welcomes changing requirements</a:t>
                      </a:r>
                    </a:p>
                  </a:txBody>
                  <a:tcPr anchor="ctr">
                    <a:lnL>
                      <a:noFill/>
                    </a:lnL>
                    <a:lnR>
                      <a:noFill/>
                    </a:lnR>
                    <a:lnT>
                      <a:noFill/>
                    </a:lnT>
                    <a:lnB>
                      <a:noFill/>
                    </a:lnB>
                    <a:noFill/>
                  </a:tcPr>
                </a:tc>
                <a:tc>
                  <a:txBody>
                    <a:bodyPr/>
                    <a:lstStyle/>
                    <a:p>
                      <a:pPr marL="342900" indent="-342900" algn="l">
                        <a:buFont typeface="Arial" panose="020B0604020202020204" pitchFamily="34" charset="0"/>
                        <a:buChar char="•"/>
                      </a:pPr>
                      <a:r>
                        <a:rPr lang="en-US" sz="2400"/>
                        <a:t>Works best with stable requirements</a:t>
                      </a:r>
                    </a:p>
                  </a:txBody>
                  <a:tcPr anchor="ctr">
                    <a:lnL>
                      <a:noFill/>
                    </a:lnL>
                    <a:lnR>
                      <a:noFill/>
                    </a:lnR>
                    <a:lnT>
                      <a:noFill/>
                    </a:lnT>
                    <a:lnB>
                      <a:noFill/>
                    </a:lnB>
                    <a:noFill/>
                  </a:tcPr>
                </a:tc>
                <a:extLst>
                  <a:ext uri="{0D108BD9-81ED-4DB2-BD59-A6C34878D82A}">
                    <a16:rowId xmlns:a16="http://schemas.microsoft.com/office/drawing/2014/main" val="2411083332"/>
                  </a:ext>
                </a:extLst>
              </a:tr>
              <a:tr h="0">
                <a:tc>
                  <a:txBody>
                    <a:bodyPr/>
                    <a:lstStyle/>
                    <a:p>
                      <a:pPr marL="342900" indent="-342900" algn="l">
                        <a:buFont typeface="Arial" panose="020B0604020202020204" pitchFamily="34" charset="0"/>
                        <a:buChar char="•"/>
                      </a:pPr>
                      <a:r>
                        <a:rPr lang="en-US" sz="2400" dirty="0"/>
                        <a:t>Frequent customer feedback</a:t>
                      </a:r>
                    </a:p>
                  </a:txBody>
                  <a:tcPr anchor="ctr">
                    <a:lnL>
                      <a:noFill/>
                    </a:lnL>
                    <a:lnR>
                      <a:noFill/>
                    </a:lnR>
                    <a:lnT>
                      <a:noFill/>
                    </a:lnT>
                    <a:lnB>
                      <a:noFill/>
                    </a:lnB>
                    <a:noFill/>
                  </a:tcPr>
                </a:tc>
                <a:tc>
                  <a:txBody>
                    <a:bodyPr/>
                    <a:lstStyle/>
                    <a:p>
                      <a:pPr marL="342900" indent="-342900" algn="l">
                        <a:buFont typeface="Arial" panose="020B0604020202020204" pitchFamily="34" charset="0"/>
                        <a:buChar char="•"/>
                      </a:pPr>
                      <a:r>
                        <a:rPr lang="en-US" sz="2400"/>
                        <a:t>Requirements established earlier</a:t>
                      </a:r>
                    </a:p>
                  </a:txBody>
                  <a:tcPr anchor="ctr">
                    <a:lnL>
                      <a:noFill/>
                    </a:lnL>
                    <a:lnR>
                      <a:noFill/>
                    </a:lnR>
                    <a:lnT>
                      <a:noFill/>
                    </a:lnT>
                    <a:lnB>
                      <a:noFill/>
                    </a:lnB>
                    <a:noFill/>
                  </a:tcPr>
                </a:tc>
                <a:extLst>
                  <a:ext uri="{0D108BD9-81ED-4DB2-BD59-A6C34878D82A}">
                    <a16:rowId xmlns:a16="http://schemas.microsoft.com/office/drawing/2014/main" val="2325040941"/>
                  </a:ext>
                </a:extLst>
              </a:tr>
              <a:tr h="0">
                <a:tc>
                  <a:txBody>
                    <a:bodyPr/>
                    <a:lstStyle/>
                    <a:p>
                      <a:pPr marL="342900" indent="-342900" algn="l">
                        <a:buFont typeface="Arial" panose="020B0604020202020204" pitchFamily="34" charset="0"/>
                        <a:buChar char="•"/>
                      </a:pPr>
                      <a:r>
                        <a:rPr lang="en-US" sz="2400" dirty="0"/>
                        <a:t>Testing throughout development</a:t>
                      </a:r>
                    </a:p>
                  </a:txBody>
                  <a:tcPr anchor="ctr">
                    <a:lnL>
                      <a:noFill/>
                    </a:lnL>
                    <a:lnR>
                      <a:noFill/>
                    </a:lnR>
                    <a:lnT>
                      <a:noFill/>
                    </a:lnT>
                    <a:lnB>
                      <a:noFill/>
                    </a:lnB>
                    <a:noFill/>
                  </a:tcPr>
                </a:tc>
                <a:tc>
                  <a:txBody>
                    <a:bodyPr/>
                    <a:lstStyle/>
                    <a:p>
                      <a:pPr marL="342900" indent="-342900" algn="l">
                        <a:buFont typeface="Arial" panose="020B0604020202020204" pitchFamily="34" charset="0"/>
                        <a:buChar char="•"/>
                      </a:pPr>
                      <a:r>
                        <a:rPr lang="en-US" sz="2400" dirty="0"/>
                        <a:t>Testing occurs later in the sequence</a:t>
                      </a:r>
                    </a:p>
                  </a:txBody>
                  <a:tcPr anchor="ctr">
                    <a:lnL>
                      <a:noFill/>
                    </a:lnL>
                    <a:lnR>
                      <a:noFill/>
                    </a:lnR>
                    <a:lnT>
                      <a:noFill/>
                    </a:lnT>
                    <a:lnB>
                      <a:noFill/>
                    </a:lnB>
                    <a:noFill/>
                  </a:tcPr>
                </a:tc>
                <a:extLst>
                  <a:ext uri="{0D108BD9-81ED-4DB2-BD59-A6C34878D82A}">
                    <a16:rowId xmlns:a16="http://schemas.microsoft.com/office/drawing/2014/main" val="2337452846"/>
                  </a:ext>
                </a:extLst>
              </a:tr>
              <a:tr h="0">
                <a:tc>
                  <a:txBody>
                    <a:bodyPr/>
                    <a:lstStyle/>
                    <a:p>
                      <a:pPr marL="342900" indent="-342900" algn="l">
                        <a:buFont typeface="Arial" panose="020B0604020202020204" pitchFamily="34" charset="0"/>
                        <a:buChar char="•"/>
                      </a:pPr>
                      <a:r>
                        <a:rPr lang="en-US" sz="2400" dirty="0"/>
                        <a:t>Flexible scope and priorities</a:t>
                      </a:r>
                    </a:p>
                  </a:txBody>
                  <a:tcPr anchor="ctr">
                    <a:lnL>
                      <a:noFill/>
                    </a:lnL>
                    <a:lnR>
                      <a:noFill/>
                    </a:lnR>
                    <a:lnT>
                      <a:noFill/>
                    </a:lnT>
                    <a:lnB>
                      <a:noFill/>
                    </a:lnB>
                    <a:noFill/>
                  </a:tcPr>
                </a:tc>
                <a:tc>
                  <a:txBody>
                    <a:bodyPr/>
                    <a:lstStyle/>
                    <a:p>
                      <a:pPr marL="342900" indent="-342900" algn="l">
                        <a:buFont typeface="Arial" panose="020B0604020202020204" pitchFamily="34" charset="0"/>
                        <a:buChar char="•"/>
                      </a:pPr>
                      <a:r>
                        <a:rPr lang="en-US" sz="2400" dirty="0"/>
                        <a:t>More predictable structure</a:t>
                      </a:r>
                    </a:p>
                  </a:txBody>
                  <a:tcPr anchor="ctr">
                    <a:lnL>
                      <a:noFill/>
                    </a:lnL>
                    <a:lnR>
                      <a:noFill/>
                    </a:lnR>
                    <a:lnT>
                      <a:noFill/>
                    </a:lnT>
                    <a:lnB>
                      <a:noFill/>
                    </a:lnB>
                    <a:noFill/>
                  </a:tcPr>
                </a:tc>
                <a:extLst>
                  <a:ext uri="{0D108BD9-81ED-4DB2-BD59-A6C34878D82A}">
                    <a16:rowId xmlns:a16="http://schemas.microsoft.com/office/drawing/2014/main" val="30353251"/>
                  </a:ext>
                </a:extLst>
              </a:tr>
            </a:tbl>
          </a:graphicData>
        </a:graphic>
      </p:graphicFrame>
      <p:sp>
        <p:nvSpPr>
          <p:cNvPr id="4" name="Slide Number Placeholder 3"/>
          <p:cNvSpPr>
            <a:spLocks noGrp="1"/>
          </p:cNvSpPr>
          <p:nvPr>
            <p:ph type="sldNum" sz="quarter" idx="4"/>
          </p:nvPr>
        </p:nvSpPr>
        <p:spPr/>
        <p:txBody>
          <a:bodyPr/>
          <a:lstStyle/>
          <a:p>
            <a:fld id="{8E8422E8-9C2C-4CEB-A727-DCA5E9F32E18}" type="slidenum">
              <a:rPr lang="en-US" smtClean="0"/>
              <a:pPr/>
              <a:t>5</a:t>
            </a:fld>
            <a:endParaRPr lang="en-US" dirty="0"/>
          </a:p>
        </p:txBody>
      </p:sp>
      <p:sp>
        <p:nvSpPr>
          <p:cNvPr id="7" name="TextBox 6">
            <a:extLst>
              <a:ext uri="{FF2B5EF4-FFF2-40B4-BE49-F238E27FC236}">
                <a16:creationId xmlns:a16="http://schemas.microsoft.com/office/drawing/2014/main" id="{754BC7BC-47BC-A89E-B029-CA349D94D4E4}"/>
              </a:ext>
            </a:extLst>
          </p:cNvPr>
          <p:cNvSpPr txBox="1"/>
          <p:nvPr/>
        </p:nvSpPr>
        <p:spPr>
          <a:xfrm>
            <a:off x="251254" y="4366028"/>
            <a:ext cx="11689492" cy="646331"/>
          </a:xfrm>
          <a:prstGeom prst="rect">
            <a:avLst/>
          </a:prstGeom>
          <a:noFill/>
        </p:spPr>
        <p:txBody>
          <a:bodyPr wrap="square" rtlCol="0">
            <a:spAutoFit/>
          </a:bodyPr>
          <a:lstStyle/>
          <a:p>
            <a:r>
              <a:rPr lang="en-US" dirty="0"/>
              <a:t>For SNHU Travel, Agile made it possible to respond to changing requirements without starting over. The best development approach depends on the needs and constraints of the project (Thesing et al., 2021).</a:t>
            </a:r>
          </a:p>
        </p:txBody>
      </p:sp>
    </p:spTree>
    <p:extLst>
      <p:ext uri="{BB962C8B-B14F-4D97-AF65-F5344CB8AC3E}">
        <p14:creationId xmlns:p14="http://schemas.microsoft.com/office/powerpoint/2010/main" val="3983075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3071" y="235975"/>
            <a:ext cx="11602186" cy="929884"/>
          </a:xfrm>
        </p:spPr>
        <p:txBody>
          <a:bodyPr anchor="ctr">
            <a:normAutofit/>
          </a:bodyPr>
          <a:lstStyle/>
          <a:p>
            <a:r>
              <a:rPr lang="en-US" dirty="0"/>
              <a:t>Which Approach Should </a:t>
            </a:r>
            <a:r>
              <a:rPr lang="en-US" dirty="0" err="1"/>
              <a:t>ChadaTech</a:t>
            </a:r>
            <a:r>
              <a:rPr lang="en-US" dirty="0"/>
              <a:t> Use?</a:t>
            </a:r>
          </a:p>
        </p:txBody>
      </p:sp>
      <p:sp>
        <p:nvSpPr>
          <p:cNvPr id="4" name="Slide Number Placeholder 3"/>
          <p:cNvSpPr>
            <a:spLocks noGrp="1"/>
          </p:cNvSpPr>
          <p:nvPr>
            <p:ph type="sldNum" sz="quarter" idx="4"/>
          </p:nvPr>
        </p:nvSpPr>
        <p:spPr>
          <a:xfrm>
            <a:off x="251254" y="5478231"/>
            <a:ext cx="2743200" cy="365125"/>
          </a:xfrm>
        </p:spPr>
        <p:txBody>
          <a:bodyPr anchor="ctr">
            <a:normAutofit/>
          </a:bodyPr>
          <a:lstStyle/>
          <a:p>
            <a:pPr>
              <a:spcAft>
                <a:spcPts val="600"/>
              </a:spcAft>
            </a:pPr>
            <a:fld id="{8E8422E8-9C2C-4CEB-A727-DCA5E9F32E18}" type="slidenum">
              <a:rPr lang="en-US" smtClean="0"/>
              <a:pPr>
                <a:spcAft>
                  <a:spcPts val="600"/>
                </a:spcAft>
              </a:pPr>
              <a:t>6</a:t>
            </a:fld>
            <a:endParaRPr lang="en-US"/>
          </a:p>
        </p:txBody>
      </p:sp>
      <p:graphicFrame>
        <p:nvGraphicFramePr>
          <p:cNvPr id="6" name="Content Placeholder 2">
            <a:extLst>
              <a:ext uri="{FF2B5EF4-FFF2-40B4-BE49-F238E27FC236}">
                <a16:creationId xmlns:a16="http://schemas.microsoft.com/office/drawing/2014/main" id="{AC4F9139-EB3A-C81D-2B86-E748B4983D1F}"/>
              </a:ext>
            </a:extLst>
          </p:cNvPr>
          <p:cNvGraphicFramePr>
            <a:graphicFrameLocks noGrp="1"/>
          </p:cNvGraphicFramePr>
          <p:nvPr>
            <p:ph idx="1"/>
            <p:extLst>
              <p:ext uri="{D42A27DB-BD31-4B8C-83A1-F6EECF244321}">
                <p14:modId xmlns:p14="http://schemas.microsoft.com/office/powerpoint/2010/main" val="3820199950"/>
              </p:ext>
            </p:extLst>
          </p:nvPr>
        </p:nvGraphicFramePr>
        <p:xfrm>
          <a:off x="343071" y="1320801"/>
          <a:ext cx="11602186" cy="41574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3C94A732-6101-C2A3-A698-6208CD249EDF}"/>
              </a:ext>
            </a:extLst>
          </p:cNvPr>
          <p:cNvSpPr txBox="1"/>
          <p:nvPr/>
        </p:nvSpPr>
        <p:spPr>
          <a:xfrm>
            <a:off x="9448800" y="4754880"/>
            <a:ext cx="2743200" cy="369332"/>
          </a:xfrm>
          <a:prstGeom prst="rect">
            <a:avLst/>
          </a:prstGeom>
          <a:noFill/>
        </p:spPr>
        <p:txBody>
          <a:bodyPr wrap="square" rtlCol="0">
            <a:spAutoFit/>
          </a:bodyPr>
          <a:lstStyle/>
          <a:p>
            <a:r>
              <a:rPr lang="en-US" dirty="0"/>
              <a:t>(</a:t>
            </a:r>
            <a:r>
              <a:rPr lang="en-US" dirty="0" err="1"/>
              <a:t>Lishner</a:t>
            </a:r>
            <a:r>
              <a:rPr lang="en-US" dirty="0"/>
              <a:t> &amp; </a:t>
            </a:r>
            <a:r>
              <a:rPr lang="en-US" dirty="0" err="1"/>
              <a:t>Shtub</a:t>
            </a:r>
            <a:r>
              <a:rPr lang="en-US" dirty="0"/>
              <a:t>, 2023)</a:t>
            </a:r>
          </a:p>
        </p:txBody>
      </p:sp>
      <p:sp>
        <p:nvSpPr>
          <p:cNvPr id="5" name="TextBox 4">
            <a:extLst>
              <a:ext uri="{FF2B5EF4-FFF2-40B4-BE49-F238E27FC236}">
                <a16:creationId xmlns:a16="http://schemas.microsoft.com/office/drawing/2014/main" id="{1539082E-F4B9-ECEA-24BB-9EF32CB307EB}"/>
              </a:ext>
            </a:extLst>
          </p:cNvPr>
          <p:cNvSpPr txBox="1"/>
          <p:nvPr/>
        </p:nvSpPr>
        <p:spPr>
          <a:xfrm>
            <a:off x="599440" y="1320801"/>
            <a:ext cx="11249489" cy="646331"/>
          </a:xfrm>
          <a:prstGeom prst="rect">
            <a:avLst/>
          </a:prstGeom>
          <a:noFill/>
        </p:spPr>
        <p:txBody>
          <a:bodyPr wrap="square" rtlCol="0">
            <a:spAutoFit/>
          </a:bodyPr>
          <a:lstStyle/>
          <a:p>
            <a:pPr algn="ctr"/>
            <a:r>
              <a:rPr lang="en-US" dirty="0"/>
              <a:t>The right methodology depends on the project, not a company-wide preference for one approach</a:t>
            </a:r>
          </a:p>
          <a:p>
            <a:endParaRPr lang="en-US" dirty="0"/>
          </a:p>
        </p:txBody>
      </p:sp>
    </p:spTree>
    <p:extLst>
      <p:ext uri="{BB962C8B-B14F-4D97-AF65-F5344CB8AC3E}">
        <p14:creationId xmlns:p14="http://schemas.microsoft.com/office/powerpoint/2010/main" val="469976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40EB5-2130-5A30-66C3-2C426F6F6242}"/>
              </a:ext>
            </a:extLst>
          </p:cNvPr>
          <p:cNvSpPr>
            <a:spLocks noGrp="1"/>
          </p:cNvSpPr>
          <p:nvPr>
            <p:ph type="title"/>
          </p:nvPr>
        </p:nvSpPr>
        <p:spPr>
          <a:xfrm>
            <a:off x="343071" y="235975"/>
            <a:ext cx="11602186" cy="929884"/>
          </a:xfrm>
        </p:spPr>
        <p:txBody>
          <a:bodyPr anchor="ctr">
            <a:normAutofit/>
          </a:bodyPr>
          <a:lstStyle/>
          <a:p>
            <a:r>
              <a:rPr lang="en-US" dirty="0"/>
              <a:t>Recommendation:</a:t>
            </a:r>
          </a:p>
        </p:txBody>
      </p:sp>
      <p:sp>
        <p:nvSpPr>
          <p:cNvPr id="3" name="Content Placeholder 2">
            <a:extLst>
              <a:ext uri="{FF2B5EF4-FFF2-40B4-BE49-F238E27FC236}">
                <a16:creationId xmlns:a16="http://schemas.microsoft.com/office/drawing/2014/main" id="{ED0EBC3A-1C7C-C3EA-7D97-5210FFE8E7D4}"/>
              </a:ext>
            </a:extLst>
          </p:cNvPr>
          <p:cNvSpPr>
            <a:spLocks noGrp="1"/>
          </p:cNvSpPr>
          <p:nvPr>
            <p:ph idx="1"/>
          </p:nvPr>
        </p:nvSpPr>
        <p:spPr>
          <a:xfrm>
            <a:off x="6239414" y="1320801"/>
            <a:ext cx="5705843" cy="4157430"/>
          </a:xfrm>
        </p:spPr>
        <p:txBody>
          <a:bodyPr>
            <a:normAutofit/>
          </a:bodyPr>
          <a:lstStyle/>
          <a:p>
            <a:pPr marL="0" indent="0">
              <a:buNone/>
            </a:pPr>
            <a:r>
              <a:rPr lang="en-US" dirty="0"/>
              <a:t>Expand Scrum-Agile at </a:t>
            </a:r>
            <a:r>
              <a:rPr lang="en-US" dirty="0" err="1"/>
              <a:t>ChadaTech</a:t>
            </a:r>
            <a:r>
              <a:rPr lang="en-US" dirty="0"/>
              <a:t>, but choose methodology based on the needs of each project rather than forcing every project into the same model.</a:t>
            </a:r>
          </a:p>
        </p:txBody>
      </p:sp>
      <p:sp>
        <p:nvSpPr>
          <p:cNvPr id="4" name="Slide Number Placeholder 3">
            <a:extLst>
              <a:ext uri="{FF2B5EF4-FFF2-40B4-BE49-F238E27FC236}">
                <a16:creationId xmlns:a16="http://schemas.microsoft.com/office/drawing/2014/main" id="{ECCC8C4D-E7FB-1E75-E7CD-8EE3651757F4}"/>
              </a:ext>
            </a:extLst>
          </p:cNvPr>
          <p:cNvSpPr>
            <a:spLocks noGrp="1"/>
          </p:cNvSpPr>
          <p:nvPr>
            <p:ph type="sldNum" sz="quarter" idx="4"/>
          </p:nvPr>
        </p:nvSpPr>
        <p:spPr>
          <a:xfrm>
            <a:off x="251254" y="5478231"/>
            <a:ext cx="2743200" cy="365125"/>
          </a:xfrm>
        </p:spPr>
        <p:txBody>
          <a:bodyPr anchor="ctr">
            <a:normAutofit/>
          </a:bodyPr>
          <a:lstStyle/>
          <a:p>
            <a:pPr>
              <a:spcAft>
                <a:spcPts val="600"/>
              </a:spcAft>
            </a:pPr>
            <a:fld id="{8E8422E8-9C2C-4CEB-A727-DCA5E9F32E18}" type="slidenum">
              <a:rPr lang="en-US" smtClean="0"/>
              <a:pPr>
                <a:spcAft>
                  <a:spcPts val="600"/>
                </a:spcAft>
              </a:pPr>
              <a:t>7</a:t>
            </a:fld>
            <a:endParaRPr lang="en-US"/>
          </a:p>
        </p:txBody>
      </p:sp>
      <p:pic>
        <p:nvPicPr>
          <p:cNvPr id="6" name="Picture 5">
            <a:extLst>
              <a:ext uri="{FF2B5EF4-FFF2-40B4-BE49-F238E27FC236}">
                <a16:creationId xmlns:a16="http://schemas.microsoft.com/office/drawing/2014/main" id="{CFE46D1F-E4D7-3BF2-1480-6C1CA5DBB947}"/>
              </a:ext>
            </a:extLst>
          </p:cNvPr>
          <p:cNvPicPr>
            <a:picLocks noChangeAspect="1"/>
          </p:cNvPicPr>
          <p:nvPr/>
        </p:nvPicPr>
        <p:blipFill>
          <a:blip r:embed="rId2"/>
          <a:srcRect t="1534" r="3" b="6"/>
          <a:stretch>
            <a:fillRect/>
          </a:stretch>
        </p:blipFill>
        <p:spPr>
          <a:xfrm>
            <a:off x="343071" y="1320801"/>
            <a:ext cx="5705843" cy="4157430"/>
          </a:xfrm>
          <a:prstGeom prst="rect">
            <a:avLst/>
          </a:prstGeom>
          <a:noFill/>
        </p:spPr>
      </p:pic>
    </p:spTree>
    <p:extLst>
      <p:ext uri="{BB962C8B-B14F-4D97-AF65-F5344CB8AC3E}">
        <p14:creationId xmlns:p14="http://schemas.microsoft.com/office/powerpoint/2010/main" val="759290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3071" y="235975"/>
            <a:ext cx="11602186" cy="929884"/>
          </a:xfrm>
        </p:spPr>
        <p:txBody>
          <a:bodyPr anchor="ctr">
            <a:normAutofit/>
          </a:bodyPr>
          <a:lstStyle/>
          <a:p>
            <a:r>
              <a:rPr lang="en-US" dirty="0"/>
              <a:t>References</a:t>
            </a:r>
          </a:p>
        </p:txBody>
      </p:sp>
      <p:sp>
        <p:nvSpPr>
          <p:cNvPr id="3" name="Content Placeholder 2"/>
          <p:cNvSpPr>
            <a:spLocks noGrp="1"/>
          </p:cNvSpPr>
          <p:nvPr>
            <p:ph idx="1"/>
          </p:nvPr>
        </p:nvSpPr>
        <p:spPr>
          <a:xfrm>
            <a:off x="343071" y="1320800"/>
            <a:ext cx="11602186" cy="4157431"/>
          </a:xfrm>
        </p:spPr>
        <p:txBody>
          <a:bodyPr vert="horz" lIns="91440" tIns="45720" rIns="91440" bIns="45720" rtlCol="0">
            <a:normAutofit/>
          </a:bodyPr>
          <a:lstStyle/>
          <a:p>
            <a:r>
              <a:rPr lang="en-US" sz="2200" b="1" dirty="0" err="1"/>
              <a:t>Lishner</a:t>
            </a:r>
            <a:r>
              <a:rPr lang="en-US" sz="2200" b="1" dirty="0"/>
              <a:t>, I., &amp; </a:t>
            </a:r>
            <a:r>
              <a:rPr lang="en-US" sz="2200" b="1" dirty="0" err="1"/>
              <a:t>Shtub</a:t>
            </a:r>
            <a:r>
              <a:rPr lang="en-US" sz="2200" b="1" dirty="0"/>
              <a:t>, A. (2023).</a:t>
            </a:r>
            <a:r>
              <a:rPr lang="en-US" sz="2200" dirty="0"/>
              <a:t> Enhancing strategic planning of projects: Selecting the right product development methodology. </a:t>
            </a:r>
            <a:r>
              <a:rPr lang="en-US" sz="2200" i="1" dirty="0"/>
              <a:t>Information, 14</a:t>
            </a:r>
            <a:r>
              <a:rPr lang="en-US" sz="2200" dirty="0"/>
              <a:t>(12), 632. </a:t>
            </a:r>
            <a:r>
              <a:rPr lang="en-US" sz="2200" dirty="0">
                <a:hlinkClick r:id="rId2"/>
              </a:rPr>
              <a:t>https://doi.org/10.3390/info14120632</a:t>
            </a:r>
            <a:endParaRPr lang="en-US" sz="2200" dirty="0"/>
          </a:p>
          <a:p>
            <a:r>
              <a:rPr lang="en-US" sz="2200" b="1" dirty="0"/>
              <a:t>Malmstadt, J. (2024, May 17).</a:t>
            </a:r>
            <a:r>
              <a:rPr lang="en-US" sz="2200" dirty="0"/>
              <a:t> How do Scrum roles drive team success? </a:t>
            </a:r>
            <a:r>
              <a:rPr lang="en-US" sz="2200" i="1" dirty="0"/>
              <a:t>Scrum.org</a:t>
            </a:r>
            <a:r>
              <a:rPr lang="en-US" sz="2200" dirty="0"/>
              <a:t>. </a:t>
            </a:r>
            <a:r>
              <a:rPr lang="en-US" sz="2200" dirty="0">
                <a:hlinkClick r:id="rId3"/>
              </a:rPr>
              <a:t>https://www.scrum.org/resources/blog/how-do-scrum-roles-drive-team-success</a:t>
            </a:r>
            <a:endParaRPr lang="en-US" sz="2200" dirty="0"/>
          </a:p>
          <a:p>
            <a:r>
              <a:rPr lang="en-US" sz="2200" b="1" dirty="0"/>
              <a:t>Mishra, A., &amp; Alzoubi, Y. I. (2023).</a:t>
            </a:r>
            <a:r>
              <a:rPr lang="en-US" sz="2200" dirty="0"/>
              <a:t> Structured software development versus agile software development: A comparative analysis. </a:t>
            </a:r>
            <a:r>
              <a:rPr lang="en-US" sz="2200" i="1" dirty="0"/>
              <a:t>International Journal of System Assurance Engineering and Management, 14</a:t>
            </a:r>
            <a:r>
              <a:rPr lang="en-US" sz="2200" dirty="0"/>
              <a:t>, 1504–1522. </a:t>
            </a:r>
            <a:r>
              <a:rPr lang="en-US" sz="2200" dirty="0">
                <a:hlinkClick r:id="rId4"/>
              </a:rPr>
              <a:t>https://doi.org/10.1007/s13198-023-01958-5</a:t>
            </a:r>
            <a:endParaRPr lang="en-US" sz="2200" dirty="0"/>
          </a:p>
          <a:p>
            <a:r>
              <a:rPr lang="en-US" sz="2200" b="1" dirty="0"/>
              <a:t>Thesing, T., Feldmann, C., &amp; Burchardt, M. (2021).</a:t>
            </a:r>
            <a:r>
              <a:rPr lang="en-US" sz="2200" dirty="0"/>
              <a:t> Agile versus waterfall project management: Decision model for selecting the appropriate approach to a project. </a:t>
            </a:r>
            <a:r>
              <a:rPr lang="en-US" sz="2200" i="1" dirty="0"/>
              <a:t>Procedia Computer Science, 181</a:t>
            </a:r>
            <a:r>
              <a:rPr lang="en-US" sz="2200" dirty="0"/>
              <a:t>, 746–756. </a:t>
            </a:r>
            <a:r>
              <a:rPr lang="en-US" sz="2200" dirty="0">
                <a:hlinkClick r:id="rId5"/>
              </a:rPr>
              <a:t>https://doi.org/10.1016/j.procs.2021.01.227</a:t>
            </a:r>
            <a:endParaRPr lang="en-US" sz="2200" dirty="0"/>
          </a:p>
          <a:p>
            <a:endParaRPr lang="en-US" sz="2200" dirty="0"/>
          </a:p>
          <a:p>
            <a:pPr marL="0" indent="0">
              <a:buNone/>
            </a:pPr>
            <a:endParaRPr lang="en-US" sz="2200" dirty="0"/>
          </a:p>
        </p:txBody>
      </p:sp>
      <p:sp>
        <p:nvSpPr>
          <p:cNvPr id="4" name="Slide Number Placeholder 3"/>
          <p:cNvSpPr>
            <a:spLocks noGrp="1"/>
          </p:cNvSpPr>
          <p:nvPr>
            <p:ph type="sldNum" sz="quarter" idx="4"/>
          </p:nvPr>
        </p:nvSpPr>
        <p:spPr>
          <a:xfrm>
            <a:off x="251254" y="5478231"/>
            <a:ext cx="2743200" cy="365125"/>
          </a:xfrm>
        </p:spPr>
        <p:txBody>
          <a:bodyPr anchor="ctr">
            <a:normAutofit/>
          </a:bodyPr>
          <a:lstStyle/>
          <a:p>
            <a:pPr>
              <a:spcAft>
                <a:spcPts val="600"/>
              </a:spcAft>
            </a:pPr>
            <a:fld id="{8E8422E8-9C2C-4CEB-A727-DCA5E9F32E18}" type="slidenum">
              <a:rPr lang="en-US" smtClean="0"/>
              <a:pPr>
                <a:spcAft>
                  <a:spcPts val="600"/>
                </a:spcAft>
              </a:pPr>
              <a:t>8</a:t>
            </a:fld>
            <a:endParaRPr lang="en-US"/>
          </a:p>
        </p:txBody>
      </p:sp>
    </p:spTree>
    <p:extLst>
      <p:ext uri="{BB962C8B-B14F-4D97-AF65-F5344CB8AC3E}">
        <p14:creationId xmlns:p14="http://schemas.microsoft.com/office/powerpoint/2010/main" val="1127306458"/>
      </p:ext>
    </p:extLst>
  </p:cSld>
  <p:clrMapOvr>
    <a:masterClrMapping/>
  </p:clrMapOvr>
</p:sld>
</file>

<file path=ppt/theme/theme1.xml><?xml version="1.0" encoding="utf-8"?>
<a:theme xmlns:a="http://schemas.openxmlformats.org/drawingml/2006/main" name="1_Office Theme">
  <a:themeElements>
    <a:clrScheme name="SNHU Colors">
      <a:dk1>
        <a:srgbClr val="0A3370"/>
      </a:dk1>
      <a:lt1>
        <a:srgbClr val="FFFFFF"/>
      </a:lt1>
      <a:dk2>
        <a:srgbClr val="0A3370"/>
      </a:dk2>
      <a:lt2>
        <a:srgbClr val="3B97D3"/>
      </a:lt2>
      <a:accent1>
        <a:srgbClr val="FDB913"/>
      </a:accent1>
      <a:accent2>
        <a:srgbClr val="0A3370"/>
      </a:accent2>
      <a:accent3>
        <a:srgbClr val="3B97D3"/>
      </a:accent3>
      <a:accent4>
        <a:srgbClr val="3E63AD"/>
      </a:accent4>
      <a:accent5>
        <a:srgbClr val="1B6935"/>
      </a:accent5>
      <a:accent6>
        <a:srgbClr val="4B535B"/>
      </a:accent6>
      <a:hlink>
        <a:srgbClr val="0563C1"/>
      </a:hlink>
      <a:folHlink>
        <a:srgbClr val="954F72"/>
      </a:folHlink>
    </a:clrScheme>
    <a:fontScheme name="SNHU">
      <a:majorFont>
        <a:latin typeface="Franklin Gothic Demi Cond"/>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NHU Template 2017" id="{BFB0B150-455A-4CD3-9E88-47A8F88E2FAC}" vid="{33057809-0058-4550-A39A-F56CAD4E2EE1}"/>
    </a:ext>
  </a:extLst>
</a:theme>
</file>

<file path=ppt/theme/theme2.xml><?xml version="1.0" encoding="utf-8"?>
<a:theme xmlns:a="http://schemas.openxmlformats.org/drawingml/2006/main" name="Custom Design">
  <a:themeElements>
    <a:clrScheme name="SNHU Colors">
      <a:dk1>
        <a:srgbClr val="0A3370"/>
      </a:dk1>
      <a:lt1>
        <a:srgbClr val="FFFFFF"/>
      </a:lt1>
      <a:dk2>
        <a:srgbClr val="0A3370"/>
      </a:dk2>
      <a:lt2>
        <a:srgbClr val="3B97D3"/>
      </a:lt2>
      <a:accent1>
        <a:srgbClr val="FDB913"/>
      </a:accent1>
      <a:accent2>
        <a:srgbClr val="0A3370"/>
      </a:accent2>
      <a:accent3>
        <a:srgbClr val="3B97D3"/>
      </a:accent3>
      <a:accent4>
        <a:srgbClr val="3E63AD"/>
      </a:accent4>
      <a:accent5>
        <a:srgbClr val="1B6935"/>
      </a:accent5>
      <a:accent6>
        <a:srgbClr val="4B535B"/>
      </a:accent6>
      <a:hlink>
        <a:srgbClr val="0563C1"/>
      </a:hlink>
      <a:folHlink>
        <a:srgbClr val="954F72"/>
      </a:folHlink>
    </a:clrScheme>
    <a:fontScheme name="SNHU">
      <a:majorFont>
        <a:latin typeface="Franklin Gothic Demi Cond"/>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NHU Template 2017" id="{BFB0B150-455A-4CD3-9E88-47A8F88E2FAC}" vid="{644509B2-3049-43E0-A36F-BC5FB46888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FC679AA94041F4BA4494D199A3447AF" ma:contentTypeVersion="24" ma:contentTypeDescription="Create a new document." ma:contentTypeScope="" ma:versionID="7f196c085cfdbd30e0a6b7617037a918">
  <xsd:schema xmlns:xsd="http://www.w3.org/2001/XMLSchema" xmlns:xs="http://www.w3.org/2001/XMLSchema" xmlns:p="http://schemas.microsoft.com/office/2006/metadata/properties" xmlns:ns2="ff8a4b2e-b0c8-4039-a689-d1a7f36f4382" xmlns:ns3="f716dd8a-49a0-4c40-b209-038e1651b548" targetNamespace="http://schemas.microsoft.com/office/2006/metadata/properties" ma:root="true" ma:fieldsID="c32ca31bb9a34b5b0e8feded347fb44b" ns2:_="" ns3:_="">
    <xsd:import namespace="ff8a4b2e-b0c8-4039-a689-d1a7f36f4382"/>
    <xsd:import namespace="f716dd8a-49a0-4c40-b209-038e1651b548"/>
    <xsd:element name="properties">
      <xsd:complexType>
        <xsd:sequence>
          <xsd:element name="documentManagement">
            <xsd:complexType>
              <xsd:all>
                <xsd:element ref="ns2:Notes" minOccurs="0"/>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8a4b2e-b0c8-4039-a689-d1a7f36f4382" elementFormDefault="qualified">
    <xsd:import namespace="http://schemas.microsoft.com/office/2006/documentManagement/types"/>
    <xsd:import namespace="http://schemas.microsoft.com/office/infopath/2007/PartnerControls"/>
    <xsd:element name="Notes" ma:index="3" nillable="true" ma:displayName="Notes" ma:format="Dropdown" ma:internalName="Notes" ma:readOnly="false">
      <xsd:simpleType>
        <xsd:restriction base="dms:Text">
          <xsd:maxLength value="255"/>
        </xsd:restriction>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hidden="true" ma:internalName="MediaServiceAutoTags" ma:readOnly="true">
      <xsd:simpleType>
        <xsd:restriction base="dms:Text"/>
      </xsd:simpleType>
    </xsd:element>
    <xsd:element name="MediaServiceOCR" ma:index="14" nillable="true" ma:displayName="Extracted Text" ma:hidden="true" ma:internalName="MediaServiceOCR"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4362510-85a9-4d43-b5d4-b144bdfb987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Location" ma:index="25" nillable="true" ma:displayName="Location" ma:description="" ma:hidden="true" ma:indexed="true" ma:internalName="MediaServiceLocation"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716dd8a-49a0-4c40-b209-038e1651b548"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element name="TaxCatchAll" ma:index="23" nillable="true" ma:displayName="Taxonomy Catch All Column" ma:hidden="true" ma:list="{7e3b6110-aa94-458c-b182-bd9b955b0bb5}" ma:internalName="TaxCatchAll" ma:readOnly="false" ma:showField="CatchAllData" ma:web="f716dd8a-49a0-4c40-b209-038e1651b54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otes xmlns="ff8a4b2e-b0c8-4039-a689-d1a7f36f4382" xsi:nil="true"/>
    <SharedWithUsers xmlns="f716dd8a-49a0-4c40-b209-038e1651b548">
      <UserInfo>
        <DisplayName/>
        <AccountId xsi:nil="true"/>
        <AccountType/>
      </UserInfo>
    </SharedWithUsers>
    <lcf76f155ced4ddcb4097134ff3c332f xmlns="ff8a4b2e-b0c8-4039-a689-d1a7f36f4382">
      <Terms xmlns="http://schemas.microsoft.com/office/infopath/2007/PartnerControls"/>
    </lcf76f155ced4ddcb4097134ff3c332f>
    <TaxCatchAll xmlns="f716dd8a-49a0-4c40-b209-038e1651b548" xsi:nil="true"/>
  </documentManagement>
</p:properties>
</file>

<file path=customXml/itemProps1.xml><?xml version="1.0" encoding="utf-8"?>
<ds:datastoreItem xmlns:ds="http://schemas.openxmlformats.org/officeDocument/2006/customXml" ds:itemID="{576A51C8-1D9C-4C1C-8006-4E7870EFDFE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8a4b2e-b0c8-4039-a689-d1a7f36f4382"/>
    <ds:schemaRef ds:uri="f716dd8a-49a0-4c40-b209-038e1651b54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E2A35AC-CF1E-4A1B-8762-A6C4D721AD84}">
  <ds:schemaRefs>
    <ds:schemaRef ds:uri="http://schemas.microsoft.com/sharepoint/v3/contenttype/forms"/>
  </ds:schemaRefs>
</ds:datastoreItem>
</file>

<file path=customXml/itemProps3.xml><?xml version="1.0" encoding="utf-8"?>
<ds:datastoreItem xmlns:ds="http://schemas.openxmlformats.org/officeDocument/2006/customXml" ds:itemID="{CD0E38AD-62D6-4B23-B820-CAB5B914AA9E}">
  <ds:schemaRefs>
    <ds:schemaRef ds:uri="http://schemas.microsoft.com/office/2006/documentManagement/types"/>
    <ds:schemaRef ds:uri="http://purl.org/dc/terms/"/>
    <ds:schemaRef ds:uri="ff8a4b2e-b0c8-4039-a689-d1a7f36f4382"/>
    <ds:schemaRef ds:uri="http://purl.org/dc/elements/1.1/"/>
    <ds:schemaRef ds:uri="http://schemas.microsoft.com/office/2006/metadata/properties"/>
    <ds:schemaRef ds:uri="f716dd8a-49a0-4c40-b209-038e1651b548"/>
    <ds:schemaRef ds:uri="http://www.w3.org/XML/1998/namespace"/>
    <ds:schemaRef ds:uri="http://schemas.microsoft.com/office/infopath/2007/PartnerControl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SOC 112 Final PowerPoint - PWesley</Template>
  <TotalTime>85</TotalTime>
  <Words>572</Words>
  <Application>Microsoft Office PowerPoint</Application>
  <PresentationFormat>Widescreen</PresentationFormat>
  <Paragraphs>62</Paragraphs>
  <Slides>8</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8</vt:i4>
      </vt:variant>
    </vt:vector>
  </HeadingPairs>
  <TitlesOfParts>
    <vt:vector size="13" baseType="lpstr">
      <vt:lpstr>Arial</vt:lpstr>
      <vt:lpstr>Arial Narrow</vt:lpstr>
      <vt:lpstr>Calibri</vt:lpstr>
      <vt:lpstr>1_Office Theme</vt:lpstr>
      <vt:lpstr>Custom Design</vt:lpstr>
      <vt:lpstr>Scrum-Agile at ChadaTech Lessons Learned</vt:lpstr>
      <vt:lpstr>The Scrum Team</vt:lpstr>
      <vt:lpstr>Agile Through the SDLC</vt:lpstr>
      <vt:lpstr>SNHU Travel Put Agile to the Test</vt:lpstr>
      <vt:lpstr>Agile vs. Waterfall</vt:lpstr>
      <vt:lpstr>Which Approach Should ChadaTech Use?</vt:lpstr>
      <vt:lpstr>Recommendation: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Phillip Wesley</dc:creator>
  <cp:lastModifiedBy>Phillip Wesley</cp:lastModifiedBy>
  <cp:revision>1</cp:revision>
  <dcterms:created xsi:type="dcterms:W3CDTF">2026-08-15T17:56:02Z</dcterms:created>
  <dcterms:modified xsi:type="dcterms:W3CDTF">2026-08-15T19:27:57Z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0x0101003FC679AA94041F4BA4494D199A3447AF</vt:lpwstr>
  </property>
  <property fmtid="{D5CDD505-2E9C-101B-9397-08002B2CF9AE}" pid="3" name="Order">
    <vt:r8>17800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ies>
</file>